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5" r:id="rId2"/>
  </p:sldMasterIdLst>
  <p:notesMasterIdLst>
    <p:notesMasterId r:id="rId29"/>
  </p:notesMasterIdLst>
  <p:sldIdLst>
    <p:sldId id="2147376057" r:id="rId3"/>
    <p:sldId id="2147376054" r:id="rId4"/>
    <p:sldId id="2147376056" r:id="rId5"/>
    <p:sldId id="2147376058" r:id="rId6"/>
    <p:sldId id="2147376042" r:id="rId7"/>
    <p:sldId id="2147376044" r:id="rId8"/>
    <p:sldId id="2147376045" r:id="rId9"/>
    <p:sldId id="2147376046" r:id="rId10"/>
    <p:sldId id="2147376047" r:id="rId11"/>
    <p:sldId id="2147376048" r:id="rId12"/>
    <p:sldId id="2147376049" r:id="rId13"/>
    <p:sldId id="2147376051" r:id="rId14"/>
    <p:sldId id="2147376043" r:id="rId15"/>
    <p:sldId id="2147376052" r:id="rId16"/>
    <p:sldId id="2147376053" r:id="rId17"/>
    <p:sldId id="257" r:id="rId18"/>
    <p:sldId id="258" r:id="rId19"/>
    <p:sldId id="259" r:id="rId20"/>
    <p:sldId id="260" r:id="rId21"/>
    <p:sldId id="261" r:id="rId22"/>
    <p:sldId id="262" r:id="rId23"/>
    <p:sldId id="263" r:id="rId24"/>
    <p:sldId id="264" r:id="rId25"/>
    <p:sldId id="265" r:id="rId26"/>
    <p:sldId id="266" r:id="rId27"/>
    <p:sldId id="268" r:id="rId2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B24061-4946-48DE-8D03-F310C38A55A7}" v="20" dt="2026-03-11T20:37:08.6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shkezi, Ergi (ext) (DI SW GS&amp;CS GCS DMF CSPT MES&amp;IH CRE)" userId="c104e139-3b26-44c2-9c19-b609042f17ec" providerId="ADAL" clId="{3EB24061-4946-48DE-8D03-F310C38A55A7}"/>
    <pc:docChg chg="undo custSel addSld delSld modSld">
      <pc:chgData name="Toshkezi, Ergi (ext) (DI SW GS&amp;CS GCS DMF CSPT MES&amp;IH CRE)" userId="c104e139-3b26-44c2-9c19-b609042f17ec" providerId="ADAL" clId="{3EB24061-4946-48DE-8D03-F310C38A55A7}" dt="2026-03-11T20:46:46.409" v="420" actId="20577"/>
      <pc:docMkLst>
        <pc:docMk/>
      </pc:docMkLst>
      <pc:sldChg chg="add del setBg">
        <pc:chgData name="Toshkezi, Ergi (ext) (DI SW GS&amp;CS GCS DMF CSPT MES&amp;IH CRE)" userId="c104e139-3b26-44c2-9c19-b609042f17ec" providerId="ADAL" clId="{3EB24061-4946-48DE-8D03-F310C38A55A7}" dt="2026-03-11T15:58:52.043" v="1" actId="2696"/>
        <pc:sldMkLst>
          <pc:docMk/>
          <pc:sldMk cId="0" sldId="256"/>
        </pc:sldMkLst>
      </pc:sldChg>
      <pc:sldChg chg="modSp add del mod setBg">
        <pc:chgData name="Toshkezi, Ergi (ext) (DI SW GS&amp;CS GCS DMF CSPT MES&amp;IH CRE)" userId="c104e139-3b26-44c2-9c19-b609042f17ec" providerId="ADAL" clId="{3EB24061-4946-48DE-8D03-F310C38A55A7}" dt="2026-03-11T16:06:12.781" v="11" actId="14100"/>
        <pc:sldMkLst>
          <pc:docMk/>
          <pc:sldMk cId="0" sldId="259"/>
        </pc:sldMkLst>
        <pc:spChg chg="mod">
          <ac:chgData name="Toshkezi, Ergi (ext) (DI SW GS&amp;CS GCS DMF CSPT MES&amp;IH CRE)" userId="c104e139-3b26-44c2-9c19-b609042f17ec" providerId="ADAL" clId="{3EB24061-4946-48DE-8D03-F310C38A55A7}" dt="2026-03-11T16:06:07.020" v="10" actId="14100"/>
          <ac:spMkLst>
            <pc:docMk/>
            <pc:sldMk cId="0" sldId="259"/>
            <ac:spMk id="8" creationId="{00000000-0000-0000-0000-000000000000}"/>
          </ac:spMkLst>
        </pc:spChg>
        <pc:spChg chg="mod">
          <ac:chgData name="Toshkezi, Ergi (ext) (DI SW GS&amp;CS GCS DMF CSPT MES&amp;IH CRE)" userId="c104e139-3b26-44c2-9c19-b609042f17ec" providerId="ADAL" clId="{3EB24061-4946-48DE-8D03-F310C38A55A7}" dt="2026-03-11T16:06:12.781" v="11" actId="14100"/>
          <ac:spMkLst>
            <pc:docMk/>
            <pc:sldMk cId="0" sldId="259"/>
            <ac:spMk id="9" creationId="{00000000-0000-0000-0000-000000000000}"/>
          </ac:spMkLst>
        </pc:spChg>
        <pc:spChg chg="mod">
          <ac:chgData name="Toshkezi, Ergi (ext) (DI SW GS&amp;CS GCS DMF CSPT MES&amp;IH CRE)" userId="c104e139-3b26-44c2-9c19-b609042f17ec" providerId="ADAL" clId="{3EB24061-4946-48DE-8D03-F310C38A55A7}" dt="2026-03-11T16:05:53.451" v="8" actId="14100"/>
          <ac:spMkLst>
            <pc:docMk/>
            <pc:sldMk cId="0" sldId="259"/>
            <ac:spMk id="12" creationId="{00000000-0000-0000-0000-000000000000}"/>
          </ac:spMkLst>
        </pc:spChg>
        <pc:spChg chg="mod">
          <ac:chgData name="Toshkezi, Ergi (ext) (DI SW GS&amp;CS GCS DMF CSPT MES&amp;IH CRE)" userId="c104e139-3b26-44c2-9c19-b609042f17ec" providerId="ADAL" clId="{3EB24061-4946-48DE-8D03-F310C38A55A7}" dt="2026-03-11T16:06:00.100" v="9" actId="1076"/>
          <ac:spMkLst>
            <pc:docMk/>
            <pc:sldMk cId="0" sldId="259"/>
            <ac:spMk id="13" creationId="{00000000-0000-0000-0000-000000000000}"/>
          </ac:spMkLst>
        </pc:spChg>
      </pc:sldChg>
      <pc:sldChg chg="add del setBg">
        <pc:chgData name="Toshkezi, Ergi (ext) (DI SW GS&amp;CS GCS DMF CSPT MES&amp;IH CRE)" userId="c104e139-3b26-44c2-9c19-b609042f17ec" providerId="ADAL" clId="{3EB24061-4946-48DE-8D03-F310C38A55A7}" dt="2026-03-11T16:01:32.718" v="5"/>
        <pc:sldMkLst>
          <pc:docMk/>
          <pc:sldMk cId="0" sldId="264"/>
        </pc:sldMkLst>
      </pc:sldChg>
      <pc:sldChg chg="addSp delSp modSp new mod modClrScheme chgLayout">
        <pc:chgData name="Toshkezi, Ergi (ext) (DI SW GS&amp;CS GCS DMF CSPT MES&amp;IH CRE)" userId="c104e139-3b26-44c2-9c19-b609042f17ec" providerId="ADAL" clId="{3EB24061-4946-48DE-8D03-F310C38A55A7}" dt="2026-03-11T20:35:40.645" v="301" actId="20577"/>
        <pc:sldMkLst>
          <pc:docMk/>
          <pc:sldMk cId="3282358959" sldId="2147376054"/>
        </pc:sldMkLst>
        <pc:spChg chg="del mod">
          <ac:chgData name="Toshkezi, Ergi (ext) (DI SW GS&amp;CS GCS DMF CSPT MES&amp;IH CRE)" userId="c104e139-3b26-44c2-9c19-b609042f17ec" providerId="ADAL" clId="{3EB24061-4946-48DE-8D03-F310C38A55A7}" dt="2026-03-11T20:23:53.685" v="20" actId="21"/>
          <ac:spMkLst>
            <pc:docMk/>
            <pc:sldMk cId="3282358959" sldId="2147376054"/>
            <ac:spMk id="2" creationId="{BB458A4C-402A-436B-8DD2-8771A6480F7C}"/>
          </ac:spMkLst>
        </pc:spChg>
        <pc:spChg chg="del">
          <ac:chgData name="Toshkezi, Ergi (ext) (DI SW GS&amp;CS GCS DMF CSPT MES&amp;IH CRE)" userId="c104e139-3b26-44c2-9c19-b609042f17ec" providerId="ADAL" clId="{3EB24061-4946-48DE-8D03-F310C38A55A7}" dt="2026-03-11T20:23:50.591" v="19" actId="21"/>
          <ac:spMkLst>
            <pc:docMk/>
            <pc:sldMk cId="3282358959" sldId="2147376054"/>
            <ac:spMk id="3" creationId="{47805DB9-47B6-44B6-A4CB-5D2E4787FBBE}"/>
          </ac:spMkLst>
        </pc:spChg>
        <pc:spChg chg="mod ord">
          <ac:chgData name="Toshkezi, Ergi (ext) (DI SW GS&amp;CS GCS DMF CSPT MES&amp;IH CRE)" userId="c104e139-3b26-44c2-9c19-b609042f17ec" providerId="ADAL" clId="{3EB24061-4946-48DE-8D03-F310C38A55A7}" dt="2026-03-11T20:30:29.958" v="70" actId="26606"/>
          <ac:spMkLst>
            <pc:docMk/>
            <pc:sldMk cId="3282358959" sldId="2147376054"/>
            <ac:spMk id="4" creationId="{8BCE3F1F-DDC7-425A-88D8-E7DAA56FE946}"/>
          </ac:spMkLst>
        </pc:spChg>
        <pc:spChg chg="add mod">
          <ac:chgData name="Toshkezi, Ergi (ext) (DI SW GS&amp;CS GCS DMF CSPT MES&amp;IH CRE)" userId="c104e139-3b26-44c2-9c19-b609042f17ec" providerId="ADAL" clId="{3EB24061-4946-48DE-8D03-F310C38A55A7}" dt="2026-03-11T20:34:55.558" v="256" actId="21"/>
          <ac:spMkLst>
            <pc:docMk/>
            <pc:sldMk cId="3282358959" sldId="2147376054"/>
            <ac:spMk id="5" creationId="{A9034A76-FB17-4586-88A5-1D63619988C8}"/>
          </ac:spMkLst>
        </pc:spChg>
        <pc:spChg chg="add mod">
          <ac:chgData name="Toshkezi, Ergi (ext) (DI SW GS&amp;CS GCS DMF CSPT MES&amp;IH CRE)" userId="c104e139-3b26-44c2-9c19-b609042f17ec" providerId="ADAL" clId="{3EB24061-4946-48DE-8D03-F310C38A55A7}" dt="2026-03-11T20:30:29.958" v="70" actId="26606"/>
          <ac:spMkLst>
            <pc:docMk/>
            <pc:sldMk cId="3282358959" sldId="2147376054"/>
            <ac:spMk id="10" creationId="{AFDF4EA7-8ACA-430C-6C31-96E419086048}"/>
          </ac:spMkLst>
        </pc:spChg>
        <pc:spChg chg="add mod">
          <ac:chgData name="Toshkezi, Ergi (ext) (DI SW GS&amp;CS GCS DMF CSPT MES&amp;IH CRE)" userId="c104e139-3b26-44c2-9c19-b609042f17ec" providerId="ADAL" clId="{3EB24061-4946-48DE-8D03-F310C38A55A7}" dt="2026-03-11T20:35:40.645" v="301" actId="20577"/>
          <ac:spMkLst>
            <pc:docMk/>
            <pc:sldMk cId="3282358959" sldId="2147376054"/>
            <ac:spMk id="15" creationId="{8C403490-0C87-362E-790D-E592BAE073A4}"/>
          </ac:spMkLst>
        </pc:spChg>
      </pc:sldChg>
      <pc:sldChg chg="new del">
        <pc:chgData name="Toshkezi, Ergi (ext) (DI SW GS&amp;CS GCS DMF CSPT MES&amp;IH CRE)" userId="c104e139-3b26-44c2-9c19-b609042f17ec" providerId="ADAL" clId="{3EB24061-4946-48DE-8D03-F310C38A55A7}" dt="2026-03-11T20:26:43.462" v="32" actId="2696"/>
        <pc:sldMkLst>
          <pc:docMk/>
          <pc:sldMk cId="525874831" sldId="2147376055"/>
        </pc:sldMkLst>
      </pc:sldChg>
      <pc:sldChg chg="addSp delSp modSp new mod chgLayout">
        <pc:chgData name="Toshkezi, Ergi (ext) (DI SW GS&amp;CS GCS DMF CSPT MES&amp;IH CRE)" userId="c104e139-3b26-44c2-9c19-b609042f17ec" providerId="ADAL" clId="{3EB24061-4946-48DE-8D03-F310C38A55A7}" dt="2026-03-11T20:28:50.536" v="63" actId="26606"/>
        <pc:sldMkLst>
          <pc:docMk/>
          <pc:sldMk cId="359793486" sldId="2147376056"/>
        </pc:sldMkLst>
        <pc:spChg chg="mod">
          <ac:chgData name="Toshkezi, Ergi (ext) (DI SW GS&amp;CS GCS DMF CSPT MES&amp;IH CRE)" userId="c104e139-3b26-44c2-9c19-b609042f17ec" providerId="ADAL" clId="{3EB24061-4946-48DE-8D03-F310C38A55A7}" dt="2026-03-11T20:28:50.536" v="63" actId="26606"/>
          <ac:spMkLst>
            <pc:docMk/>
            <pc:sldMk cId="359793486" sldId="2147376056"/>
            <ac:spMk id="2" creationId="{8FF99CD3-9BA0-468C-B882-8DAD43373DA8}"/>
          </ac:spMkLst>
        </pc:spChg>
        <pc:spChg chg="del">
          <ac:chgData name="Toshkezi, Ergi (ext) (DI SW GS&amp;CS GCS DMF CSPT MES&amp;IH CRE)" userId="c104e139-3b26-44c2-9c19-b609042f17ec" providerId="ADAL" clId="{3EB24061-4946-48DE-8D03-F310C38A55A7}" dt="2026-03-11T20:27:02.736" v="46" actId="21"/>
          <ac:spMkLst>
            <pc:docMk/>
            <pc:sldMk cId="359793486" sldId="2147376056"/>
            <ac:spMk id="3" creationId="{C83CEA94-5752-44B9-A62E-E7313FE2EB3A}"/>
          </ac:spMkLst>
        </pc:spChg>
        <pc:spChg chg="mod ord">
          <ac:chgData name="Toshkezi, Ergi (ext) (DI SW GS&amp;CS GCS DMF CSPT MES&amp;IH CRE)" userId="c104e139-3b26-44c2-9c19-b609042f17ec" providerId="ADAL" clId="{3EB24061-4946-48DE-8D03-F310C38A55A7}" dt="2026-03-11T20:28:50.536" v="63" actId="26606"/>
          <ac:spMkLst>
            <pc:docMk/>
            <pc:sldMk cId="359793486" sldId="2147376056"/>
            <ac:spMk id="4" creationId="{BC44B0F0-88DD-49D5-912B-C0264E637334}"/>
          </ac:spMkLst>
        </pc:spChg>
        <pc:spChg chg="add mod">
          <ac:chgData name="Toshkezi, Ergi (ext) (DI SW GS&amp;CS GCS DMF CSPT MES&amp;IH CRE)" userId="c104e139-3b26-44c2-9c19-b609042f17ec" providerId="ADAL" clId="{3EB24061-4946-48DE-8D03-F310C38A55A7}" dt="2026-03-11T20:28:50.536" v="63" actId="26606"/>
          <ac:spMkLst>
            <pc:docMk/>
            <pc:sldMk cId="359793486" sldId="2147376056"/>
            <ac:spMk id="11" creationId="{51A74BAF-92B1-F795-785F-9F1ED6698A17}"/>
          </ac:spMkLst>
        </pc:spChg>
        <pc:picChg chg="add mod">
          <ac:chgData name="Toshkezi, Ergi (ext) (DI SW GS&amp;CS GCS DMF CSPT MES&amp;IH CRE)" userId="c104e139-3b26-44c2-9c19-b609042f17ec" providerId="ADAL" clId="{3EB24061-4946-48DE-8D03-F310C38A55A7}" dt="2026-03-11T20:28:50.536" v="63" actId="26606"/>
          <ac:picMkLst>
            <pc:docMk/>
            <pc:sldMk cId="359793486" sldId="2147376056"/>
            <ac:picMk id="6" creationId="{057D2693-CEB3-4C0E-85B8-08622D5A3919}"/>
          </ac:picMkLst>
        </pc:picChg>
      </pc:sldChg>
      <pc:sldChg chg="modSp new mod">
        <pc:chgData name="Toshkezi, Ergi (ext) (DI SW GS&amp;CS GCS DMF CSPT MES&amp;IH CRE)" userId="c104e139-3b26-44c2-9c19-b609042f17ec" providerId="ADAL" clId="{3EB24061-4946-48DE-8D03-F310C38A55A7}" dt="2026-03-11T20:32:00.292" v="140" actId="20577"/>
        <pc:sldMkLst>
          <pc:docMk/>
          <pc:sldMk cId="891348304" sldId="2147376057"/>
        </pc:sldMkLst>
        <pc:spChg chg="mod">
          <ac:chgData name="Toshkezi, Ergi (ext) (DI SW GS&amp;CS GCS DMF CSPT MES&amp;IH CRE)" userId="c104e139-3b26-44c2-9c19-b609042f17ec" providerId="ADAL" clId="{3EB24061-4946-48DE-8D03-F310C38A55A7}" dt="2026-03-11T20:31:41.575" v="111" actId="20577"/>
          <ac:spMkLst>
            <pc:docMk/>
            <pc:sldMk cId="891348304" sldId="2147376057"/>
            <ac:spMk id="2" creationId="{988A837A-55A7-44C2-9C56-CBC225F45D15}"/>
          </ac:spMkLst>
        </pc:spChg>
        <pc:spChg chg="mod">
          <ac:chgData name="Toshkezi, Ergi (ext) (DI SW GS&amp;CS GCS DMF CSPT MES&amp;IH CRE)" userId="c104e139-3b26-44c2-9c19-b609042f17ec" providerId="ADAL" clId="{3EB24061-4946-48DE-8D03-F310C38A55A7}" dt="2026-03-11T20:32:00.292" v="140" actId="20577"/>
          <ac:spMkLst>
            <pc:docMk/>
            <pc:sldMk cId="891348304" sldId="2147376057"/>
            <ac:spMk id="3" creationId="{B48FE74D-F13B-4766-9947-005A6FFD84D9}"/>
          </ac:spMkLst>
        </pc:spChg>
      </pc:sldChg>
      <pc:sldChg chg="addSp delSp modSp new mod">
        <pc:chgData name="Toshkezi, Ergi (ext) (DI SW GS&amp;CS GCS DMF CSPT MES&amp;IH CRE)" userId="c104e139-3b26-44c2-9c19-b609042f17ec" providerId="ADAL" clId="{3EB24061-4946-48DE-8D03-F310C38A55A7}" dt="2026-03-11T20:46:46.409" v="420" actId="20577"/>
        <pc:sldMkLst>
          <pc:docMk/>
          <pc:sldMk cId="230482321" sldId="2147376058"/>
        </pc:sldMkLst>
        <pc:spChg chg="del">
          <ac:chgData name="Toshkezi, Ergi (ext) (DI SW GS&amp;CS GCS DMF CSPT MES&amp;IH CRE)" userId="c104e139-3b26-44c2-9c19-b609042f17ec" providerId="ADAL" clId="{3EB24061-4946-48DE-8D03-F310C38A55A7}" dt="2026-03-11T20:36:08.160" v="303" actId="21"/>
          <ac:spMkLst>
            <pc:docMk/>
            <pc:sldMk cId="230482321" sldId="2147376058"/>
            <ac:spMk id="2" creationId="{E03BF29D-70AF-41D9-A196-E74E751EF459}"/>
          </ac:spMkLst>
        </pc:spChg>
        <pc:spChg chg="mod">
          <ac:chgData name="Toshkezi, Ergi (ext) (DI SW GS&amp;CS GCS DMF CSPT MES&amp;IH CRE)" userId="c104e139-3b26-44c2-9c19-b609042f17ec" providerId="ADAL" clId="{3EB24061-4946-48DE-8D03-F310C38A55A7}" dt="2026-03-11T20:46:46.409" v="420" actId="20577"/>
          <ac:spMkLst>
            <pc:docMk/>
            <pc:sldMk cId="230482321" sldId="2147376058"/>
            <ac:spMk id="3" creationId="{421EC91D-2BF3-4539-9958-3F71E382069D}"/>
          </ac:spMkLst>
        </pc:spChg>
        <pc:spChg chg="add mod">
          <ac:chgData name="Toshkezi, Ergi (ext) (DI SW GS&amp;CS GCS DMF CSPT MES&amp;IH CRE)" userId="c104e139-3b26-44c2-9c19-b609042f17ec" providerId="ADAL" clId="{3EB24061-4946-48DE-8D03-F310C38A55A7}" dt="2026-03-11T20:37:08.627" v="305" actId="14100"/>
          <ac:spMkLst>
            <pc:docMk/>
            <pc:sldMk cId="230482321" sldId="2147376058"/>
            <ac:spMk id="5" creationId="{0DF5279B-D344-4D3A-98D8-386CCBDE2D91}"/>
          </ac:spMkLst>
        </pc:spChg>
        <pc:picChg chg="add del mod">
          <ac:chgData name="Toshkezi, Ergi (ext) (DI SW GS&amp;CS GCS DMF CSPT MES&amp;IH CRE)" userId="c104e139-3b26-44c2-9c19-b609042f17ec" providerId="ADAL" clId="{3EB24061-4946-48DE-8D03-F310C38A55A7}" dt="2026-03-11T20:43:15.648" v="326" actId="22"/>
          <ac:picMkLst>
            <pc:docMk/>
            <pc:sldMk cId="230482321" sldId="2147376058"/>
            <ac:picMk id="7" creationId="{6765563A-A87C-4AB5-BB88-9D2DE4B5092B}"/>
          </ac:picMkLst>
        </pc:picChg>
        <pc:picChg chg="add mod">
          <ac:chgData name="Toshkezi, Ergi (ext) (DI SW GS&amp;CS GCS DMF CSPT MES&amp;IH CRE)" userId="c104e139-3b26-44c2-9c19-b609042f17ec" providerId="ADAL" clId="{3EB24061-4946-48DE-8D03-F310C38A55A7}" dt="2026-03-11T20:46:38.298" v="419" actId="1076"/>
          <ac:picMkLst>
            <pc:docMk/>
            <pc:sldMk cId="230482321" sldId="2147376058"/>
            <ac:picMk id="9" creationId="{C34858C6-F938-4B8D-ADF0-17A9155DA9FE}"/>
          </ac:picMkLst>
        </pc:picChg>
      </pc:sldChg>
      <pc:sldMasterChg chg="delSldLayout">
        <pc:chgData name="Toshkezi, Ergi (ext) (DI SW GS&amp;CS GCS DMF CSPT MES&amp;IH CRE)" userId="c104e139-3b26-44c2-9c19-b609042f17ec" providerId="ADAL" clId="{3EB24061-4946-48DE-8D03-F310C38A55A7}" dt="2026-03-11T15:58:52.043" v="1" actId="2696"/>
        <pc:sldMasterMkLst>
          <pc:docMk/>
          <pc:sldMasterMk cId="2181745448" sldId="2147483660"/>
        </pc:sldMasterMkLst>
        <pc:sldLayoutChg chg="del">
          <pc:chgData name="Toshkezi, Ergi (ext) (DI SW GS&amp;CS GCS DMF CSPT MES&amp;IH CRE)" userId="c104e139-3b26-44c2-9c19-b609042f17ec" providerId="ADAL" clId="{3EB24061-4946-48DE-8D03-F310C38A55A7}" dt="2026-03-11T15:58:52.043" v="1" actId="2696"/>
          <pc:sldLayoutMkLst>
            <pc:docMk/>
            <pc:sldMasterMk cId="2181745448" sldId="2147483660"/>
            <pc:sldLayoutMk cId="3472834870" sldId="2147483694"/>
          </pc:sldLayoutMkLst>
        </pc:sldLayoutChg>
      </pc:sldMasterChg>
    </pc:docChg>
  </pc:docChgLst>
  <pc:docChgLst>
    <pc:chgData name="Toshkezi, Ergi (ext) (DI SW GS&amp;CS GCS DM MES EMEA&amp;DDM CRE)" userId="c104e139-3b26-44c2-9c19-b609042f17ec" providerId="ADAL" clId="{70236813-D7ED-4420-AD54-1416EEC2AD13}"/>
    <pc:docChg chg="undo custSel modSld">
      <pc:chgData name="Toshkezi, Ergi (ext) (DI SW GS&amp;CS GCS DM MES EMEA&amp;DDM CRE)" userId="c104e139-3b26-44c2-9c19-b609042f17ec" providerId="ADAL" clId="{70236813-D7ED-4420-AD54-1416EEC2AD13}" dt="2025-05-14T01:22:05.938" v="5" actId="26606"/>
      <pc:docMkLst>
        <pc:docMk/>
      </pc:docMkLst>
      <pc:sldChg chg="modSp mod chgLayout">
        <pc:chgData name="Toshkezi, Ergi (ext) (DI SW GS&amp;CS GCS DM MES EMEA&amp;DDM CRE)" userId="c104e139-3b26-44c2-9c19-b609042f17ec" providerId="ADAL" clId="{70236813-D7ED-4420-AD54-1416EEC2AD13}" dt="2025-05-14T01:22:05.938" v="5" actId="26606"/>
        <pc:sldMkLst>
          <pc:docMk/>
          <pc:sldMk cId="296554543" sldId="2147376042"/>
        </pc:sldMkLst>
        <pc:spChg chg="mod">
          <ac:chgData name="Toshkezi, Ergi (ext) (DI SW GS&amp;CS GCS DM MES EMEA&amp;DDM CRE)" userId="c104e139-3b26-44c2-9c19-b609042f17ec" providerId="ADAL" clId="{70236813-D7ED-4420-AD54-1416EEC2AD13}" dt="2025-05-14T01:22:05.938" v="5" actId="26606"/>
          <ac:spMkLst>
            <pc:docMk/>
            <pc:sldMk cId="296554543" sldId="2147376042"/>
            <ac:spMk id="2" creationId="{33988D96-8AA8-4B6C-8572-630E42DF3E7F}"/>
          </ac:spMkLst>
        </pc:spChg>
        <pc:spChg chg="mod">
          <ac:chgData name="Toshkezi, Ergi (ext) (DI SW GS&amp;CS GCS DM MES EMEA&amp;DDM CRE)" userId="c104e139-3b26-44c2-9c19-b609042f17ec" providerId="ADAL" clId="{70236813-D7ED-4420-AD54-1416EEC2AD13}" dt="2025-05-14T01:22:05.938" v="5" actId="26606"/>
          <ac:spMkLst>
            <pc:docMk/>
            <pc:sldMk cId="296554543" sldId="2147376042"/>
            <ac:spMk id="3" creationId="{7CE44002-9884-42F8-990C-944E83B289CA}"/>
          </ac:spMkLst>
        </pc:spChg>
        <pc:spChg chg="mod">
          <ac:chgData name="Toshkezi, Ergi (ext) (DI SW GS&amp;CS GCS DM MES EMEA&amp;DDM CRE)" userId="c104e139-3b26-44c2-9c19-b609042f17ec" providerId="ADAL" clId="{70236813-D7ED-4420-AD54-1416EEC2AD13}" dt="2025-05-14T01:22:05.938" v="5" actId="26606"/>
          <ac:spMkLst>
            <pc:docMk/>
            <pc:sldMk cId="296554543" sldId="2147376042"/>
            <ac:spMk id="4" creationId="{4F2E1FA3-B1D7-4230-9AC6-21DEE1E8058B}"/>
          </ac:spMkLst>
        </pc:spChg>
        <pc:spChg chg="mod">
          <ac:chgData name="Toshkezi, Ergi (ext) (DI SW GS&amp;CS GCS DM MES EMEA&amp;DDM CRE)" userId="c104e139-3b26-44c2-9c19-b609042f17ec" providerId="ADAL" clId="{70236813-D7ED-4420-AD54-1416EEC2AD13}" dt="2025-05-14T01:22:05.938" v="5" actId="26606"/>
          <ac:spMkLst>
            <pc:docMk/>
            <pc:sldMk cId="296554543" sldId="2147376042"/>
            <ac:spMk id="5" creationId="{7AB602ED-8D5D-467A-A51F-30B2CA69C727}"/>
          </ac:spMkLst>
        </pc:spChg>
      </pc:sldChg>
      <pc:sldChg chg="modSp mod chgLayout">
        <pc:chgData name="Toshkezi, Ergi (ext) (DI SW GS&amp;CS GCS DM MES EMEA&amp;DDM CRE)" userId="c104e139-3b26-44c2-9c19-b609042f17ec" providerId="ADAL" clId="{70236813-D7ED-4420-AD54-1416EEC2AD13}" dt="2025-05-14T01:22:05.217" v="4" actId="26606"/>
        <pc:sldMkLst>
          <pc:docMk/>
          <pc:sldMk cId="512136826" sldId="2147376044"/>
        </pc:sldMkLst>
        <pc:spChg chg="mod">
          <ac:chgData name="Toshkezi, Ergi (ext) (DI SW GS&amp;CS GCS DM MES EMEA&amp;DDM CRE)" userId="c104e139-3b26-44c2-9c19-b609042f17ec" providerId="ADAL" clId="{70236813-D7ED-4420-AD54-1416EEC2AD13}" dt="2025-05-14T01:22:05.217" v="4" actId="26606"/>
          <ac:spMkLst>
            <pc:docMk/>
            <pc:sldMk cId="512136826" sldId="2147376044"/>
            <ac:spMk id="2" creationId="{BA1E483E-7AD8-4019-B71F-C15AE73DC180}"/>
          </ac:spMkLst>
        </pc:spChg>
        <pc:spChg chg="mod">
          <ac:chgData name="Toshkezi, Ergi (ext) (DI SW GS&amp;CS GCS DM MES EMEA&amp;DDM CRE)" userId="c104e139-3b26-44c2-9c19-b609042f17ec" providerId="ADAL" clId="{70236813-D7ED-4420-AD54-1416EEC2AD13}" dt="2025-05-14T01:22:05.217" v="4" actId="26606"/>
          <ac:spMkLst>
            <pc:docMk/>
            <pc:sldMk cId="512136826" sldId="2147376044"/>
            <ac:spMk id="3" creationId="{040FC5E0-AB25-4207-A371-162008EAA9A3}"/>
          </ac:spMkLst>
        </pc:spChg>
        <pc:spChg chg="mod">
          <ac:chgData name="Toshkezi, Ergi (ext) (DI SW GS&amp;CS GCS DM MES EMEA&amp;DDM CRE)" userId="c104e139-3b26-44c2-9c19-b609042f17ec" providerId="ADAL" clId="{70236813-D7ED-4420-AD54-1416EEC2AD13}" dt="2025-05-14T01:22:05.217" v="4" actId="26606"/>
          <ac:spMkLst>
            <pc:docMk/>
            <pc:sldMk cId="512136826" sldId="2147376044"/>
            <ac:spMk id="4" creationId="{73C2B42B-7B5A-42A4-BF25-E7575002E074}"/>
          </ac:spMkLst>
        </pc:spChg>
        <pc:spChg chg="mod">
          <ac:chgData name="Toshkezi, Ergi (ext) (DI SW GS&amp;CS GCS DM MES EMEA&amp;DDM CRE)" userId="c104e139-3b26-44c2-9c19-b609042f17ec" providerId="ADAL" clId="{70236813-D7ED-4420-AD54-1416EEC2AD13}" dt="2025-05-14T01:22:05.217" v="4" actId="26606"/>
          <ac:spMkLst>
            <pc:docMk/>
            <pc:sldMk cId="512136826" sldId="2147376044"/>
            <ac:spMk id="5" creationId="{73C67E3C-68AE-4379-8DFD-778354319A64}"/>
          </ac:spMkLst>
        </pc:spChg>
      </pc:sldChg>
      <pc:sldChg chg="modSp mod chgLayout">
        <pc:chgData name="Toshkezi, Ergi (ext) (DI SW GS&amp;CS GCS DM MES EMEA&amp;DDM CRE)" userId="c104e139-3b26-44c2-9c19-b609042f17ec" providerId="ADAL" clId="{70236813-D7ED-4420-AD54-1416EEC2AD13}" dt="2025-05-14T01:22:04.130" v="3" actId="26606"/>
        <pc:sldMkLst>
          <pc:docMk/>
          <pc:sldMk cId="2069728323" sldId="2147376045"/>
        </pc:sldMkLst>
        <pc:spChg chg="mod">
          <ac:chgData name="Toshkezi, Ergi (ext) (DI SW GS&amp;CS GCS DM MES EMEA&amp;DDM CRE)" userId="c104e139-3b26-44c2-9c19-b609042f17ec" providerId="ADAL" clId="{70236813-D7ED-4420-AD54-1416EEC2AD13}" dt="2025-05-14T01:22:04.130" v="3" actId="26606"/>
          <ac:spMkLst>
            <pc:docMk/>
            <pc:sldMk cId="2069728323" sldId="2147376045"/>
            <ac:spMk id="2" creationId="{BA1E483E-7AD8-4019-B71F-C15AE73DC180}"/>
          </ac:spMkLst>
        </pc:spChg>
        <pc:spChg chg="mod">
          <ac:chgData name="Toshkezi, Ergi (ext) (DI SW GS&amp;CS GCS DM MES EMEA&amp;DDM CRE)" userId="c104e139-3b26-44c2-9c19-b609042f17ec" providerId="ADAL" clId="{70236813-D7ED-4420-AD54-1416EEC2AD13}" dt="2025-05-14T01:22:04.130" v="3" actId="26606"/>
          <ac:spMkLst>
            <pc:docMk/>
            <pc:sldMk cId="2069728323" sldId="2147376045"/>
            <ac:spMk id="3" creationId="{040FC5E0-AB25-4207-A371-162008EAA9A3}"/>
          </ac:spMkLst>
        </pc:spChg>
        <pc:spChg chg="mod">
          <ac:chgData name="Toshkezi, Ergi (ext) (DI SW GS&amp;CS GCS DM MES EMEA&amp;DDM CRE)" userId="c104e139-3b26-44c2-9c19-b609042f17ec" providerId="ADAL" clId="{70236813-D7ED-4420-AD54-1416EEC2AD13}" dt="2025-05-14T01:22:04.130" v="3" actId="26606"/>
          <ac:spMkLst>
            <pc:docMk/>
            <pc:sldMk cId="2069728323" sldId="2147376045"/>
            <ac:spMk id="4" creationId="{73C2B42B-7B5A-42A4-BF25-E7575002E074}"/>
          </ac:spMkLst>
        </pc:spChg>
        <pc:spChg chg="mod">
          <ac:chgData name="Toshkezi, Ergi (ext) (DI SW GS&amp;CS GCS DM MES EMEA&amp;DDM CRE)" userId="c104e139-3b26-44c2-9c19-b609042f17ec" providerId="ADAL" clId="{70236813-D7ED-4420-AD54-1416EEC2AD13}" dt="2025-05-14T01:22:04.130" v="3" actId="26606"/>
          <ac:spMkLst>
            <pc:docMk/>
            <pc:sldMk cId="2069728323" sldId="2147376045"/>
            <ac:spMk id="5" creationId="{73C67E3C-68AE-4379-8DFD-778354319A64}"/>
          </ac:spMkLst>
        </pc:spChg>
      </pc:sldChg>
    </pc:docChg>
  </pc:docChgLst>
  <pc:docChgLst>
    <pc:chgData name="Toshkezi, Ergi (ext) (DI SW GS&amp;CS GCSS MOM MES EMEA CRE)" userId="c104e139-3b26-44c2-9c19-b609042f17ec" providerId="ADAL" clId="{51F374D2-C685-4940-99FD-7E49D82E7BD4}"/>
    <pc:docChg chg="undo custSel addSld delSld modSld sldOrd delMainMaster">
      <pc:chgData name="Toshkezi, Ergi (ext) (DI SW GS&amp;CS GCSS MOM MES EMEA CRE)" userId="c104e139-3b26-44c2-9c19-b609042f17ec" providerId="ADAL" clId="{51F374D2-C685-4940-99FD-7E49D82E7BD4}" dt="2024-12-10T15:53:38.693" v="1742" actId="20577"/>
      <pc:docMkLst>
        <pc:docMk/>
      </pc:docMkLst>
      <pc:sldChg chg="del">
        <pc:chgData name="Toshkezi, Ergi (ext) (DI SW GS&amp;CS GCSS MOM MES EMEA CRE)" userId="c104e139-3b26-44c2-9c19-b609042f17ec" providerId="ADAL" clId="{51F374D2-C685-4940-99FD-7E49D82E7BD4}" dt="2024-12-10T11:32:35.034" v="994" actId="2696"/>
        <pc:sldMkLst>
          <pc:docMk/>
          <pc:sldMk cId="2192646236" sldId="256"/>
        </pc:sldMkLst>
      </pc:sldChg>
      <pc:sldChg chg="modSp mod">
        <pc:chgData name="Toshkezi, Ergi (ext) (DI SW GS&amp;CS GCSS MOM MES EMEA CRE)" userId="c104e139-3b26-44c2-9c19-b609042f17ec" providerId="ADAL" clId="{51F374D2-C685-4940-99FD-7E49D82E7BD4}" dt="2024-12-10T15:34:54.033" v="1623" actId="20577"/>
        <pc:sldMkLst>
          <pc:docMk/>
          <pc:sldMk cId="296554543" sldId="2147376042"/>
        </pc:sldMkLst>
        <pc:spChg chg="mod">
          <ac:chgData name="Toshkezi, Ergi (ext) (DI SW GS&amp;CS GCSS MOM MES EMEA CRE)" userId="c104e139-3b26-44c2-9c19-b609042f17ec" providerId="ADAL" clId="{51F374D2-C685-4940-99FD-7E49D82E7BD4}" dt="2024-12-10T15:34:51.514" v="1622" actId="20577"/>
          <ac:spMkLst>
            <pc:docMk/>
            <pc:sldMk cId="296554543" sldId="2147376042"/>
            <ac:spMk id="2" creationId="{33988D96-8AA8-4B6C-8572-630E42DF3E7F}"/>
          </ac:spMkLst>
        </pc:spChg>
        <pc:spChg chg="mod">
          <ac:chgData name="Toshkezi, Ergi (ext) (DI SW GS&amp;CS GCSS MOM MES EMEA CRE)" userId="c104e139-3b26-44c2-9c19-b609042f17ec" providerId="ADAL" clId="{51F374D2-C685-4940-99FD-7E49D82E7BD4}" dt="2024-12-10T15:34:54.033" v="1623" actId="20577"/>
          <ac:spMkLst>
            <pc:docMk/>
            <pc:sldMk cId="296554543" sldId="2147376042"/>
            <ac:spMk id="3" creationId="{7CE44002-9884-42F8-990C-944E83B289CA}"/>
          </ac:spMkLst>
        </pc:spChg>
      </pc:sldChg>
      <pc:sldChg chg="addSp delSp modSp mod">
        <pc:chgData name="Toshkezi, Ergi (ext) (DI SW GS&amp;CS GCSS MOM MES EMEA CRE)" userId="c104e139-3b26-44c2-9c19-b609042f17ec" providerId="ADAL" clId="{51F374D2-C685-4940-99FD-7E49D82E7BD4}" dt="2024-12-10T15:35:17.211" v="1624" actId="113"/>
        <pc:sldMkLst>
          <pc:docMk/>
          <pc:sldMk cId="4077251259" sldId="2147376043"/>
        </pc:sldMkLst>
        <pc:spChg chg="add mod">
          <ac:chgData name="Toshkezi, Ergi (ext) (DI SW GS&amp;CS GCSS MOM MES EMEA CRE)" userId="c104e139-3b26-44c2-9c19-b609042f17ec" providerId="ADAL" clId="{51F374D2-C685-4940-99FD-7E49D82E7BD4}" dt="2024-12-10T15:35:17.211" v="1624" actId="113"/>
          <ac:spMkLst>
            <pc:docMk/>
            <pc:sldMk cId="4077251259" sldId="2147376043"/>
            <ac:spMk id="8" creationId="{D74DD174-E156-4158-88F8-70EB6AD0D95B}"/>
          </ac:spMkLst>
        </pc:spChg>
        <pc:picChg chg="add mod">
          <ac:chgData name="Toshkezi, Ergi (ext) (DI SW GS&amp;CS GCSS MOM MES EMEA CRE)" userId="c104e139-3b26-44c2-9c19-b609042f17ec" providerId="ADAL" clId="{51F374D2-C685-4940-99FD-7E49D82E7BD4}" dt="2024-12-10T15:20:53.138" v="1526" actId="962"/>
          <ac:picMkLst>
            <pc:docMk/>
            <pc:sldMk cId="4077251259" sldId="2147376043"/>
            <ac:picMk id="6" creationId="{91C8F162-315B-48A9-96D8-EF47138801D6}"/>
          </ac:picMkLst>
        </pc:picChg>
        <pc:picChg chg="del">
          <ac:chgData name="Toshkezi, Ergi (ext) (DI SW GS&amp;CS GCSS MOM MES EMEA CRE)" userId="c104e139-3b26-44c2-9c19-b609042f17ec" providerId="ADAL" clId="{51F374D2-C685-4940-99FD-7E49D82E7BD4}" dt="2024-12-10T15:20:35.155" v="1523" actId="21"/>
          <ac:picMkLst>
            <pc:docMk/>
            <pc:sldMk cId="4077251259" sldId="2147376043"/>
            <ac:picMk id="7" creationId="{7975552E-E8E0-4783-AF33-83B222FA8328}"/>
          </ac:picMkLst>
        </pc:picChg>
      </pc:sldChg>
      <pc:sldChg chg="addSp delSp modSp mod">
        <pc:chgData name="Toshkezi, Ergi (ext) (DI SW GS&amp;CS GCSS MOM MES EMEA CRE)" userId="c104e139-3b26-44c2-9c19-b609042f17ec" providerId="ADAL" clId="{51F374D2-C685-4940-99FD-7E49D82E7BD4}" dt="2024-12-10T15:53:38.693" v="1742" actId="20577"/>
        <pc:sldMkLst>
          <pc:docMk/>
          <pc:sldMk cId="512136826" sldId="2147376044"/>
        </pc:sldMkLst>
        <pc:spChg chg="mod">
          <ac:chgData name="Toshkezi, Ergi (ext) (DI SW GS&amp;CS GCSS MOM MES EMEA CRE)" userId="c104e139-3b26-44c2-9c19-b609042f17ec" providerId="ADAL" clId="{51F374D2-C685-4940-99FD-7E49D82E7BD4}" dt="2024-12-10T12:49:11.453" v="1310" actId="1076"/>
          <ac:spMkLst>
            <pc:docMk/>
            <pc:sldMk cId="512136826" sldId="2147376044"/>
            <ac:spMk id="2" creationId="{BA1E483E-7AD8-4019-B71F-C15AE73DC180}"/>
          </ac:spMkLst>
        </pc:spChg>
        <pc:spChg chg="mod">
          <ac:chgData name="Toshkezi, Ergi (ext) (DI SW GS&amp;CS GCSS MOM MES EMEA CRE)" userId="c104e139-3b26-44c2-9c19-b609042f17ec" providerId="ADAL" clId="{51F374D2-C685-4940-99FD-7E49D82E7BD4}" dt="2024-12-10T15:53:38.693" v="1742" actId="20577"/>
          <ac:spMkLst>
            <pc:docMk/>
            <pc:sldMk cId="512136826" sldId="2147376044"/>
            <ac:spMk id="3" creationId="{040FC5E0-AB25-4207-A371-162008EAA9A3}"/>
          </ac:spMkLst>
        </pc:spChg>
        <pc:spChg chg="add del">
          <ac:chgData name="Toshkezi, Ergi (ext) (DI SW GS&amp;CS GCSS MOM MES EMEA CRE)" userId="c104e139-3b26-44c2-9c19-b609042f17ec" providerId="ADAL" clId="{51F374D2-C685-4940-99FD-7E49D82E7BD4}" dt="2024-12-10T15:47:05.334" v="1652"/>
          <ac:spMkLst>
            <pc:docMk/>
            <pc:sldMk cId="512136826" sldId="2147376044"/>
            <ac:spMk id="6" creationId="{31879238-F1E6-4A83-8855-0AFA20F3FA80}"/>
          </ac:spMkLst>
        </pc:spChg>
        <pc:spChg chg="add del mod">
          <ac:chgData name="Toshkezi, Ergi (ext) (DI SW GS&amp;CS GCSS MOM MES EMEA CRE)" userId="c104e139-3b26-44c2-9c19-b609042f17ec" providerId="ADAL" clId="{51F374D2-C685-4940-99FD-7E49D82E7BD4}" dt="2024-12-10T15:47:04.942" v="1651"/>
          <ac:spMkLst>
            <pc:docMk/>
            <pc:sldMk cId="512136826" sldId="2147376044"/>
            <ac:spMk id="7" creationId="{C5E57809-51AE-423E-9F48-6BEB2A89DBC6}"/>
          </ac:spMkLst>
        </pc:spChg>
        <pc:spChg chg="add del mod">
          <ac:chgData name="Toshkezi, Ergi (ext) (DI SW GS&amp;CS GCSS MOM MES EMEA CRE)" userId="c104e139-3b26-44c2-9c19-b609042f17ec" providerId="ADAL" clId="{51F374D2-C685-4940-99FD-7E49D82E7BD4}" dt="2024-12-10T15:47:04.533" v="1650"/>
          <ac:spMkLst>
            <pc:docMk/>
            <pc:sldMk cId="512136826" sldId="2147376044"/>
            <ac:spMk id="8" creationId="{D7D77D52-C508-4B48-9C27-C094818C92DD}"/>
          </ac:spMkLst>
        </pc:spChg>
        <pc:spChg chg="add del mod">
          <ac:chgData name="Toshkezi, Ergi (ext) (DI SW GS&amp;CS GCSS MOM MES EMEA CRE)" userId="c104e139-3b26-44c2-9c19-b609042f17ec" providerId="ADAL" clId="{51F374D2-C685-4940-99FD-7E49D82E7BD4}" dt="2024-12-10T15:47:04.313" v="1649"/>
          <ac:spMkLst>
            <pc:docMk/>
            <pc:sldMk cId="512136826" sldId="2147376044"/>
            <ac:spMk id="9" creationId="{DF04D852-5EA1-49AE-B1F8-362D79866B93}"/>
          </ac:spMkLst>
        </pc:spChg>
        <pc:spChg chg="add del mod">
          <ac:chgData name="Toshkezi, Ergi (ext) (DI SW GS&amp;CS GCSS MOM MES EMEA CRE)" userId="c104e139-3b26-44c2-9c19-b609042f17ec" providerId="ADAL" clId="{51F374D2-C685-4940-99FD-7E49D82E7BD4}" dt="2024-12-10T15:47:20.889" v="1656"/>
          <ac:spMkLst>
            <pc:docMk/>
            <pc:sldMk cId="512136826" sldId="2147376044"/>
            <ac:spMk id="10" creationId="{11C788D7-1208-480D-993B-9C8C8DD36923}"/>
          </ac:spMkLst>
        </pc:spChg>
        <pc:spChg chg="add mod">
          <ac:chgData name="Toshkezi, Ergi (ext) (DI SW GS&amp;CS GCSS MOM MES EMEA CRE)" userId="c104e139-3b26-44c2-9c19-b609042f17ec" providerId="ADAL" clId="{51F374D2-C685-4940-99FD-7E49D82E7BD4}" dt="2024-12-10T15:52:46.206" v="1717" actId="21"/>
          <ac:spMkLst>
            <pc:docMk/>
            <pc:sldMk cId="512136826" sldId="2147376044"/>
            <ac:spMk id="11" creationId="{C6EF3342-C257-465C-9221-1DCF32B2B54E}"/>
          </ac:spMkLst>
        </pc:spChg>
      </pc:sldChg>
      <pc:sldChg chg="modSp mod">
        <pc:chgData name="Toshkezi, Ergi (ext) (DI SW GS&amp;CS GCSS MOM MES EMEA CRE)" userId="c104e139-3b26-44c2-9c19-b609042f17ec" providerId="ADAL" clId="{51F374D2-C685-4940-99FD-7E49D82E7BD4}" dt="2024-12-10T15:42:30.491" v="1644" actId="20577"/>
        <pc:sldMkLst>
          <pc:docMk/>
          <pc:sldMk cId="2069728323" sldId="2147376045"/>
        </pc:sldMkLst>
        <pc:spChg chg="mod">
          <ac:chgData name="Toshkezi, Ergi (ext) (DI SW GS&amp;CS GCSS MOM MES EMEA CRE)" userId="c104e139-3b26-44c2-9c19-b609042f17ec" providerId="ADAL" clId="{51F374D2-C685-4940-99FD-7E49D82E7BD4}" dt="2024-12-10T15:42:30.491" v="1644" actId="20577"/>
          <ac:spMkLst>
            <pc:docMk/>
            <pc:sldMk cId="2069728323" sldId="2147376045"/>
            <ac:spMk id="3" creationId="{040FC5E0-AB25-4207-A371-162008EAA9A3}"/>
          </ac:spMkLst>
        </pc:spChg>
      </pc:sldChg>
      <pc:sldChg chg="modSp mod">
        <pc:chgData name="Toshkezi, Ergi (ext) (DI SW GS&amp;CS GCSS MOM MES EMEA CRE)" userId="c104e139-3b26-44c2-9c19-b609042f17ec" providerId="ADAL" clId="{51F374D2-C685-4940-99FD-7E49D82E7BD4}" dt="2024-12-10T10:59:43.489" v="101" actId="20577"/>
        <pc:sldMkLst>
          <pc:docMk/>
          <pc:sldMk cId="673220835" sldId="2147376048"/>
        </pc:sldMkLst>
        <pc:spChg chg="mod">
          <ac:chgData name="Toshkezi, Ergi (ext) (DI SW GS&amp;CS GCSS MOM MES EMEA CRE)" userId="c104e139-3b26-44c2-9c19-b609042f17ec" providerId="ADAL" clId="{51F374D2-C685-4940-99FD-7E49D82E7BD4}" dt="2024-12-10T10:59:43.489" v="101" actId="20577"/>
          <ac:spMkLst>
            <pc:docMk/>
            <pc:sldMk cId="673220835" sldId="2147376048"/>
            <ac:spMk id="3" creationId="{A9CE5A41-EFAE-444A-892C-22DC13255EC8}"/>
          </ac:spMkLst>
        </pc:spChg>
        <pc:picChg chg="mod">
          <ac:chgData name="Toshkezi, Ergi (ext) (DI SW GS&amp;CS GCSS MOM MES EMEA CRE)" userId="c104e139-3b26-44c2-9c19-b609042f17ec" providerId="ADAL" clId="{51F374D2-C685-4940-99FD-7E49D82E7BD4}" dt="2024-12-10T10:59:26.307" v="73" actId="1076"/>
          <ac:picMkLst>
            <pc:docMk/>
            <pc:sldMk cId="673220835" sldId="2147376048"/>
            <ac:picMk id="10" creationId="{A9089B30-1B7C-441B-82A4-6510E13A46E3}"/>
          </ac:picMkLst>
        </pc:picChg>
      </pc:sldChg>
      <pc:sldChg chg="addSp delSp modSp new mod setBg chgLayout">
        <pc:chgData name="Toshkezi, Ergi (ext) (DI SW GS&amp;CS GCSS MOM MES EMEA CRE)" userId="c104e139-3b26-44c2-9c19-b609042f17ec" providerId="ADAL" clId="{51F374D2-C685-4940-99FD-7E49D82E7BD4}" dt="2024-12-10T11:24:21.203" v="912" actId="20577"/>
        <pc:sldMkLst>
          <pc:docMk/>
          <pc:sldMk cId="2654811354" sldId="2147376049"/>
        </pc:sldMkLst>
        <pc:spChg chg="mod">
          <ac:chgData name="Toshkezi, Ergi (ext) (DI SW GS&amp;CS GCSS MOM MES EMEA CRE)" userId="c104e139-3b26-44c2-9c19-b609042f17ec" providerId="ADAL" clId="{51F374D2-C685-4940-99FD-7E49D82E7BD4}" dt="2024-12-10T11:23:46.425" v="902" actId="255"/>
          <ac:spMkLst>
            <pc:docMk/>
            <pc:sldMk cId="2654811354" sldId="2147376049"/>
            <ac:spMk id="2" creationId="{A7D3A8ED-F315-41CA-954B-85CEDD65B8C5}"/>
          </ac:spMkLst>
        </pc:spChg>
        <pc:spChg chg="mod ord">
          <ac:chgData name="Toshkezi, Ergi (ext) (DI SW GS&amp;CS GCSS MOM MES EMEA CRE)" userId="c104e139-3b26-44c2-9c19-b609042f17ec" providerId="ADAL" clId="{51F374D2-C685-4940-99FD-7E49D82E7BD4}" dt="2024-12-10T11:24:21.203" v="912" actId="20577"/>
          <ac:spMkLst>
            <pc:docMk/>
            <pc:sldMk cId="2654811354" sldId="2147376049"/>
            <ac:spMk id="3" creationId="{0E7B06C1-01E5-4CED-B85B-938EEF13DA2A}"/>
          </ac:spMkLst>
        </pc:spChg>
        <pc:spChg chg="mod">
          <ac:chgData name="Toshkezi, Ergi (ext) (DI SW GS&amp;CS GCSS MOM MES EMEA CRE)" userId="c104e139-3b26-44c2-9c19-b609042f17ec" providerId="ADAL" clId="{51F374D2-C685-4940-99FD-7E49D82E7BD4}" dt="2024-12-10T11:23:37.459" v="901" actId="26606"/>
          <ac:spMkLst>
            <pc:docMk/>
            <pc:sldMk cId="2654811354" sldId="2147376049"/>
            <ac:spMk id="4" creationId="{1423679D-D59E-4D7C-B6F0-B3794A8BCA20}"/>
          </ac:spMkLst>
        </pc:spChg>
        <pc:spChg chg="mod">
          <ac:chgData name="Toshkezi, Ergi (ext) (DI SW GS&amp;CS GCSS MOM MES EMEA CRE)" userId="c104e139-3b26-44c2-9c19-b609042f17ec" providerId="ADAL" clId="{51F374D2-C685-4940-99FD-7E49D82E7BD4}" dt="2024-12-10T11:23:37.459" v="901" actId="26606"/>
          <ac:spMkLst>
            <pc:docMk/>
            <pc:sldMk cId="2654811354" sldId="2147376049"/>
            <ac:spMk id="5" creationId="{9F95F0F4-84A4-424B-8806-C2AF57032E98}"/>
          </ac:spMkLst>
        </pc:spChg>
        <pc:spChg chg="add del mod">
          <ac:chgData name="Toshkezi, Ergi (ext) (DI SW GS&amp;CS GCSS MOM MES EMEA CRE)" userId="c104e139-3b26-44c2-9c19-b609042f17ec" providerId="ADAL" clId="{51F374D2-C685-4940-99FD-7E49D82E7BD4}" dt="2024-12-10T10:57:57.171" v="26"/>
          <ac:spMkLst>
            <pc:docMk/>
            <pc:sldMk cId="2654811354" sldId="2147376049"/>
            <ac:spMk id="6" creationId="{FA724052-B325-453C-B357-D5CA48889073}"/>
          </ac:spMkLst>
        </pc:spChg>
        <pc:spChg chg="add del">
          <ac:chgData name="Toshkezi, Ergi (ext) (DI SW GS&amp;CS GCSS MOM MES EMEA CRE)" userId="c104e139-3b26-44c2-9c19-b609042f17ec" providerId="ADAL" clId="{51F374D2-C685-4940-99FD-7E49D82E7BD4}" dt="2024-12-10T10:57:54.406" v="23"/>
          <ac:spMkLst>
            <pc:docMk/>
            <pc:sldMk cId="2654811354" sldId="2147376049"/>
            <ac:spMk id="7" creationId="{CFB7ACB0-5AC4-426C-A6B5-9A6B9DE34972}"/>
          </ac:spMkLst>
        </pc:spChg>
        <pc:spChg chg="add del">
          <ac:chgData name="Toshkezi, Ergi (ext) (DI SW GS&amp;CS GCSS MOM MES EMEA CRE)" userId="c104e139-3b26-44c2-9c19-b609042f17ec" providerId="ADAL" clId="{51F374D2-C685-4940-99FD-7E49D82E7BD4}" dt="2024-12-10T10:58:01.697" v="30"/>
          <ac:spMkLst>
            <pc:docMk/>
            <pc:sldMk cId="2654811354" sldId="2147376049"/>
            <ac:spMk id="8" creationId="{A62C42C9-01AD-43DA-8025-6659D883AB05}"/>
          </ac:spMkLst>
        </pc:spChg>
        <pc:spChg chg="add del">
          <ac:chgData name="Toshkezi, Ergi (ext) (DI SW GS&amp;CS GCSS MOM MES EMEA CRE)" userId="c104e139-3b26-44c2-9c19-b609042f17ec" providerId="ADAL" clId="{51F374D2-C685-4940-99FD-7E49D82E7BD4}" dt="2024-12-10T11:23:37.459" v="901" actId="26606"/>
          <ac:spMkLst>
            <pc:docMk/>
            <pc:sldMk cId="2654811354" sldId="2147376049"/>
            <ac:spMk id="1028" creationId="{2B97F24A-32CE-4C1C-A50D-3016B394DCFB}"/>
          </ac:spMkLst>
        </pc:spChg>
        <pc:spChg chg="add del">
          <ac:chgData name="Toshkezi, Ergi (ext) (DI SW GS&amp;CS GCSS MOM MES EMEA CRE)" userId="c104e139-3b26-44c2-9c19-b609042f17ec" providerId="ADAL" clId="{51F374D2-C685-4940-99FD-7E49D82E7BD4}" dt="2024-12-10T11:23:37.459" v="901" actId="26606"/>
          <ac:spMkLst>
            <pc:docMk/>
            <pc:sldMk cId="2654811354" sldId="2147376049"/>
            <ac:spMk id="1029" creationId="{CD8B4F24-440B-49E9-B85D-733523DC064B}"/>
          </ac:spMkLst>
        </pc:spChg>
        <pc:spChg chg="add del">
          <ac:chgData name="Toshkezi, Ergi (ext) (DI SW GS&amp;CS GCSS MOM MES EMEA CRE)" userId="c104e139-3b26-44c2-9c19-b609042f17ec" providerId="ADAL" clId="{51F374D2-C685-4940-99FD-7E49D82E7BD4}" dt="2024-12-10T10:55:32.289" v="14" actId="26606"/>
          <ac:spMkLst>
            <pc:docMk/>
            <pc:sldMk cId="2654811354" sldId="2147376049"/>
            <ac:spMk id="1031" creationId="{F13C74B1-5B17-4795-BED0-7140497B445A}"/>
          </ac:spMkLst>
        </pc:spChg>
        <pc:spChg chg="add del">
          <ac:chgData name="Toshkezi, Ergi (ext) (DI SW GS&amp;CS GCSS MOM MES EMEA CRE)" userId="c104e139-3b26-44c2-9c19-b609042f17ec" providerId="ADAL" clId="{51F374D2-C685-4940-99FD-7E49D82E7BD4}" dt="2024-12-10T10:55:32.289" v="14" actId="26606"/>
          <ac:spMkLst>
            <pc:docMk/>
            <pc:sldMk cId="2654811354" sldId="2147376049"/>
            <ac:spMk id="1033" creationId="{D4974D33-8DC5-464E-8C6D-BE58F0669C17}"/>
          </ac:spMkLst>
        </pc:spChg>
        <pc:spChg chg="add del">
          <ac:chgData name="Toshkezi, Ergi (ext) (DI SW GS&amp;CS GCSS MOM MES EMEA CRE)" userId="c104e139-3b26-44c2-9c19-b609042f17ec" providerId="ADAL" clId="{51F374D2-C685-4940-99FD-7E49D82E7BD4}" dt="2024-12-10T10:57:55.616" v="24" actId="26606"/>
          <ac:spMkLst>
            <pc:docMk/>
            <pc:sldMk cId="2654811354" sldId="2147376049"/>
            <ac:spMk id="1034" creationId="{2B97F24A-32CE-4C1C-A50D-3016B394DCFB}"/>
          </ac:spMkLst>
        </pc:spChg>
        <pc:spChg chg="add del">
          <ac:chgData name="Toshkezi, Ergi (ext) (DI SW GS&amp;CS GCSS MOM MES EMEA CRE)" userId="c104e139-3b26-44c2-9c19-b609042f17ec" providerId="ADAL" clId="{51F374D2-C685-4940-99FD-7E49D82E7BD4}" dt="2024-12-10T10:57:55.616" v="24" actId="26606"/>
          <ac:spMkLst>
            <pc:docMk/>
            <pc:sldMk cId="2654811354" sldId="2147376049"/>
            <ac:spMk id="1036" creationId="{6357EC4F-235E-4222-A36F-C7878ACE37F2}"/>
          </ac:spMkLst>
        </pc:spChg>
        <pc:picChg chg="add mod ord">
          <ac:chgData name="Toshkezi, Ergi (ext) (DI SW GS&amp;CS GCSS MOM MES EMEA CRE)" userId="c104e139-3b26-44c2-9c19-b609042f17ec" providerId="ADAL" clId="{51F374D2-C685-4940-99FD-7E49D82E7BD4}" dt="2024-12-10T11:23:37.459" v="901" actId="26606"/>
          <ac:picMkLst>
            <pc:docMk/>
            <pc:sldMk cId="2654811354" sldId="2147376049"/>
            <ac:picMk id="1026" creationId="{DB0F3959-B25D-47C9-84CF-3BE90DD696FA}"/>
          </ac:picMkLst>
        </pc:picChg>
      </pc:sldChg>
      <pc:sldChg chg="addSp delSp modSp new del mod modClrScheme chgLayout">
        <pc:chgData name="Toshkezi, Ergi (ext) (DI SW GS&amp;CS GCSS MOM MES EMEA CRE)" userId="c104e139-3b26-44c2-9c19-b609042f17ec" providerId="ADAL" clId="{51F374D2-C685-4940-99FD-7E49D82E7BD4}" dt="2024-12-10T11:36:57.672" v="995" actId="2696"/>
        <pc:sldMkLst>
          <pc:docMk/>
          <pc:sldMk cId="381369961" sldId="2147376050"/>
        </pc:sldMkLst>
        <pc:spChg chg="add del mod">
          <ac:chgData name="Toshkezi, Ergi (ext) (DI SW GS&amp;CS GCSS MOM MES EMEA CRE)" userId="c104e139-3b26-44c2-9c19-b609042f17ec" providerId="ADAL" clId="{51F374D2-C685-4940-99FD-7E49D82E7BD4}" dt="2024-12-10T11:27:20.480" v="948" actId="21"/>
          <ac:spMkLst>
            <pc:docMk/>
            <pc:sldMk cId="381369961" sldId="2147376050"/>
            <ac:spMk id="2" creationId="{7490860A-4E63-4C83-9A46-7062A5A53D11}"/>
          </ac:spMkLst>
        </pc:spChg>
        <pc:spChg chg="del mod">
          <ac:chgData name="Toshkezi, Ergi (ext) (DI SW GS&amp;CS GCSS MOM MES EMEA CRE)" userId="c104e139-3b26-44c2-9c19-b609042f17ec" providerId="ADAL" clId="{51F374D2-C685-4940-99FD-7E49D82E7BD4}" dt="2024-12-10T11:25:15.478" v="917"/>
          <ac:spMkLst>
            <pc:docMk/>
            <pc:sldMk cId="381369961" sldId="2147376050"/>
            <ac:spMk id="3" creationId="{52F6A4A5-A8BE-4352-85B3-9786DBE106F4}"/>
          </ac:spMkLst>
        </pc:spChg>
        <pc:spChg chg="mod">
          <ac:chgData name="Toshkezi, Ergi (ext) (DI SW GS&amp;CS GCSS MOM MES EMEA CRE)" userId="c104e139-3b26-44c2-9c19-b609042f17ec" providerId="ADAL" clId="{51F374D2-C685-4940-99FD-7E49D82E7BD4}" dt="2024-12-10T11:25:33.834" v="918" actId="26606"/>
          <ac:spMkLst>
            <pc:docMk/>
            <pc:sldMk cId="381369961" sldId="2147376050"/>
            <ac:spMk id="4" creationId="{DC4EAEC0-0B18-40C6-BEA1-E83C2CF23EB0}"/>
          </ac:spMkLst>
        </pc:spChg>
        <pc:spChg chg="mod">
          <ac:chgData name="Toshkezi, Ergi (ext) (DI SW GS&amp;CS GCSS MOM MES EMEA CRE)" userId="c104e139-3b26-44c2-9c19-b609042f17ec" providerId="ADAL" clId="{51F374D2-C685-4940-99FD-7E49D82E7BD4}" dt="2024-12-10T11:25:33.834" v="918" actId="26606"/>
          <ac:spMkLst>
            <pc:docMk/>
            <pc:sldMk cId="381369961" sldId="2147376050"/>
            <ac:spMk id="5" creationId="{C7280A15-623C-4228-93E6-1484A5242307}"/>
          </ac:spMkLst>
        </pc:spChg>
        <pc:spChg chg="add del">
          <ac:chgData name="Toshkezi, Ergi (ext) (DI SW GS&amp;CS GCSS MOM MES EMEA CRE)" userId="c104e139-3b26-44c2-9c19-b609042f17ec" providerId="ADAL" clId="{51F374D2-C685-4940-99FD-7E49D82E7BD4}" dt="2024-12-10T11:25:08.379" v="915"/>
          <ac:spMkLst>
            <pc:docMk/>
            <pc:sldMk cId="381369961" sldId="2147376050"/>
            <ac:spMk id="8" creationId="{E594A61C-BF5A-4696-AF68-86195C2F5320}"/>
          </ac:spMkLst>
        </pc:spChg>
        <pc:spChg chg="add mod ord">
          <ac:chgData name="Toshkezi, Ergi (ext) (DI SW GS&amp;CS GCSS MOM MES EMEA CRE)" userId="c104e139-3b26-44c2-9c19-b609042f17ec" providerId="ADAL" clId="{51F374D2-C685-4940-99FD-7E49D82E7BD4}" dt="2024-12-10T11:26:06.942" v="929" actId="14100"/>
          <ac:spMkLst>
            <pc:docMk/>
            <pc:sldMk cId="381369961" sldId="2147376050"/>
            <ac:spMk id="9" creationId="{64905DE9-A611-4258-AB3D-A9C209932FBE}"/>
          </ac:spMkLst>
        </pc:spChg>
        <pc:spChg chg="add del mod">
          <ac:chgData name="Toshkezi, Ergi (ext) (DI SW GS&amp;CS GCSS MOM MES EMEA CRE)" userId="c104e139-3b26-44c2-9c19-b609042f17ec" providerId="ADAL" clId="{51F374D2-C685-4940-99FD-7E49D82E7BD4}" dt="2024-12-10T11:27:20.480" v="948" actId="21"/>
          <ac:spMkLst>
            <pc:docMk/>
            <pc:sldMk cId="381369961" sldId="2147376050"/>
            <ac:spMk id="12" creationId="{A64F3C85-23F1-431B-AA98-A3AE712B0733}"/>
          </ac:spMkLst>
        </pc:spChg>
        <pc:spChg chg="add del mod">
          <ac:chgData name="Toshkezi, Ergi (ext) (DI SW GS&amp;CS GCSS MOM MES EMEA CRE)" userId="c104e139-3b26-44c2-9c19-b609042f17ec" providerId="ADAL" clId="{51F374D2-C685-4940-99FD-7E49D82E7BD4}" dt="2024-12-10T11:25:44.804" v="921" actId="21"/>
          <ac:spMkLst>
            <pc:docMk/>
            <pc:sldMk cId="381369961" sldId="2147376050"/>
            <ac:spMk id="14" creationId="{6193E463-1E4D-C4AD-82B1-C9B4C162F0E5}"/>
          </ac:spMkLst>
        </pc:spChg>
        <pc:picChg chg="add del mod ord">
          <ac:chgData name="Toshkezi, Ergi (ext) (DI SW GS&amp;CS GCSS MOM MES EMEA CRE)" userId="c104e139-3b26-44c2-9c19-b609042f17ec" providerId="ADAL" clId="{51F374D2-C685-4940-99FD-7E49D82E7BD4}" dt="2024-12-10T11:31:05.454" v="980" actId="21"/>
          <ac:picMkLst>
            <pc:docMk/>
            <pc:sldMk cId="381369961" sldId="2147376050"/>
            <ac:picMk id="7" creationId="{290767C1-BF51-4A21-913D-6B18F5D49A27}"/>
          </ac:picMkLst>
        </pc:picChg>
        <pc:picChg chg="add del mod">
          <ac:chgData name="Toshkezi, Ergi (ext) (DI SW GS&amp;CS GCSS MOM MES EMEA CRE)" userId="c104e139-3b26-44c2-9c19-b609042f17ec" providerId="ADAL" clId="{51F374D2-C685-4940-99FD-7E49D82E7BD4}" dt="2024-12-10T11:27:22.121" v="950"/>
          <ac:picMkLst>
            <pc:docMk/>
            <pc:sldMk cId="381369961" sldId="2147376050"/>
            <ac:picMk id="10" creationId="{91D9C296-8749-4CEA-9529-26B97FC1B591}"/>
          </ac:picMkLst>
        </pc:picChg>
        <pc:picChg chg="add del">
          <ac:chgData name="Toshkezi, Ergi (ext) (DI SW GS&amp;CS GCSS MOM MES EMEA CRE)" userId="c104e139-3b26-44c2-9c19-b609042f17ec" providerId="ADAL" clId="{51F374D2-C685-4940-99FD-7E49D82E7BD4}" dt="2024-12-10T11:27:49.137" v="954"/>
          <ac:picMkLst>
            <pc:docMk/>
            <pc:sldMk cId="381369961" sldId="2147376050"/>
            <ac:picMk id="13" creationId="{13EC2F4E-5055-4C2E-B122-90123D930080}"/>
          </ac:picMkLst>
        </pc:picChg>
      </pc:sldChg>
      <pc:sldChg chg="addSp delSp modSp new mod ord">
        <pc:chgData name="Toshkezi, Ergi (ext) (DI SW GS&amp;CS GCSS MOM MES EMEA CRE)" userId="c104e139-3b26-44c2-9c19-b609042f17ec" providerId="ADAL" clId="{51F374D2-C685-4940-99FD-7E49D82E7BD4}" dt="2024-12-10T11:31:53.889" v="993" actId="1076"/>
        <pc:sldMkLst>
          <pc:docMk/>
          <pc:sldMk cId="3028168318" sldId="2147376051"/>
        </pc:sldMkLst>
        <pc:spChg chg="mod">
          <ac:chgData name="Toshkezi, Ergi (ext) (DI SW GS&amp;CS GCSS MOM MES EMEA CRE)" userId="c104e139-3b26-44c2-9c19-b609042f17ec" providerId="ADAL" clId="{51F374D2-C685-4940-99FD-7E49D82E7BD4}" dt="2024-12-10T11:29:42.551" v="968" actId="404"/>
          <ac:spMkLst>
            <pc:docMk/>
            <pc:sldMk cId="3028168318" sldId="2147376051"/>
            <ac:spMk id="2" creationId="{68ED920C-9C8F-4B95-8533-CC963A313EE8}"/>
          </ac:spMkLst>
        </pc:spChg>
        <pc:spChg chg="del">
          <ac:chgData name="Toshkezi, Ergi (ext) (DI SW GS&amp;CS GCSS MOM MES EMEA CRE)" userId="c104e139-3b26-44c2-9c19-b609042f17ec" providerId="ADAL" clId="{51F374D2-C685-4940-99FD-7E49D82E7BD4}" dt="2024-12-10T11:29:59.683" v="969"/>
          <ac:spMkLst>
            <pc:docMk/>
            <pc:sldMk cId="3028168318" sldId="2147376051"/>
            <ac:spMk id="3" creationId="{E448F0A8-64F7-47B6-9F0B-B50959080872}"/>
          </ac:spMkLst>
        </pc:spChg>
        <pc:spChg chg="add mod">
          <ac:chgData name="Toshkezi, Ergi (ext) (DI SW GS&amp;CS GCSS MOM MES EMEA CRE)" userId="c104e139-3b26-44c2-9c19-b609042f17ec" providerId="ADAL" clId="{51F374D2-C685-4940-99FD-7E49D82E7BD4}" dt="2024-12-10T11:31:53.889" v="993" actId="1076"/>
          <ac:spMkLst>
            <pc:docMk/>
            <pc:sldMk cId="3028168318" sldId="2147376051"/>
            <ac:spMk id="6" creationId="{05B463DB-207C-4CCE-9DFD-C1A14BB2E759}"/>
          </ac:spMkLst>
        </pc:spChg>
        <pc:picChg chg="add mod">
          <ac:chgData name="Toshkezi, Ergi (ext) (DI SW GS&amp;CS GCSS MOM MES EMEA CRE)" userId="c104e139-3b26-44c2-9c19-b609042f17ec" providerId="ADAL" clId="{51F374D2-C685-4940-99FD-7E49D82E7BD4}" dt="2024-12-10T11:31:49.825" v="992" actId="1076"/>
          <ac:picMkLst>
            <pc:docMk/>
            <pc:sldMk cId="3028168318" sldId="2147376051"/>
            <ac:picMk id="7" creationId="{897E0403-AC6A-4AEA-B631-D4D42546D4B5}"/>
          </ac:picMkLst>
        </pc:picChg>
      </pc:sldChg>
      <pc:sldChg chg="addSp delSp modSp new mod">
        <pc:chgData name="Toshkezi, Ergi (ext) (DI SW GS&amp;CS GCSS MOM MES EMEA CRE)" userId="c104e139-3b26-44c2-9c19-b609042f17ec" providerId="ADAL" clId="{51F374D2-C685-4940-99FD-7E49D82E7BD4}" dt="2024-12-10T15:38:41.194" v="1639" actId="1076"/>
        <pc:sldMkLst>
          <pc:docMk/>
          <pc:sldMk cId="1904582442" sldId="2147376052"/>
        </pc:sldMkLst>
        <pc:spChg chg="mod">
          <ac:chgData name="Toshkezi, Ergi (ext) (DI SW GS&amp;CS GCSS MOM MES EMEA CRE)" userId="c104e139-3b26-44c2-9c19-b609042f17ec" providerId="ADAL" clId="{51F374D2-C685-4940-99FD-7E49D82E7BD4}" dt="2024-12-10T15:37:12.070" v="1633" actId="20577"/>
          <ac:spMkLst>
            <pc:docMk/>
            <pc:sldMk cId="1904582442" sldId="2147376052"/>
            <ac:spMk id="2" creationId="{1D444D51-EE94-48F3-A6A0-7E8C54F4199F}"/>
          </ac:spMkLst>
        </pc:spChg>
        <pc:spChg chg="del">
          <ac:chgData name="Toshkezi, Ergi (ext) (DI SW GS&amp;CS GCSS MOM MES EMEA CRE)" userId="c104e139-3b26-44c2-9c19-b609042f17ec" providerId="ADAL" clId="{51F374D2-C685-4940-99FD-7E49D82E7BD4}" dt="2024-12-10T15:33:23.323" v="1597" actId="21"/>
          <ac:spMkLst>
            <pc:docMk/>
            <pc:sldMk cId="1904582442" sldId="2147376052"/>
            <ac:spMk id="3" creationId="{819DE15B-840F-440A-82FA-891580A0FCDF}"/>
          </ac:spMkLst>
        </pc:spChg>
        <pc:picChg chg="add mod">
          <ac:chgData name="Toshkezi, Ergi (ext) (DI SW GS&amp;CS GCSS MOM MES EMEA CRE)" userId="c104e139-3b26-44c2-9c19-b609042f17ec" providerId="ADAL" clId="{51F374D2-C685-4940-99FD-7E49D82E7BD4}" dt="2024-12-10T15:38:41.194" v="1639" actId="1076"/>
          <ac:picMkLst>
            <pc:docMk/>
            <pc:sldMk cId="1904582442" sldId="2147376052"/>
            <ac:picMk id="7" creationId="{9B260FAA-D499-42BD-8905-68CF2E6A7D74}"/>
          </ac:picMkLst>
        </pc:picChg>
      </pc:sldChg>
      <pc:sldChg chg="new del">
        <pc:chgData name="Toshkezi, Ergi (ext) (DI SW GS&amp;CS GCSS MOM MES EMEA CRE)" userId="c104e139-3b26-44c2-9c19-b609042f17ec" providerId="ADAL" clId="{51F374D2-C685-4940-99FD-7E49D82E7BD4}" dt="2024-12-10T15:38:18.235" v="1635" actId="2696"/>
        <pc:sldMkLst>
          <pc:docMk/>
          <pc:sldMk cId="462805399" sldId="2147376053"/>
        </pc:sldMkLst>
      </pc:sldChg>
      <pc:sldMasterChg chg="del delSldLayout">
        <pc:chgData name="Toshkezi, Ergi (ext) (DI SW GS&amp;CS GCSS MOM MES EMEA CRE)" userId="c104e139-3b26-44c2-9c19-b609042f17ec" providerId="ADAL" clId="{51F374D2-C685-4940-99FD-7E49D82E7BD4}" dt="2024-12-10T11:32:35.034" v="994" actId="2696"/>
        <pc:sldMasterMkLst>
          <pc:docMk/>
          <pc:sldMasterMk cId="3810906942" sldId="2147483648"/>
        </pc:sldMasterMkLst>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2793989329" sldId="2147483649"/>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2275926312" sldId="2147483650"/>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3478343474" sldId="2147483651"/>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796314705" sldId="2147483652"/>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3651779828" sldId="2147483653"/>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1659003827" sldId="2147483654"/>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599757827" sldId="2147483655"/>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2808025718" sldId="2147483656"/>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2625430508" sldId="2147483657"/>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4195522748" sldId="2147483658"/>
          </pc:sldLayoutMkLst>
        </pc:sldLayoutChg>
        <pc:sldLayoutChg chg="del">
          <pc:chgData name="Toshkezi, Ergi (ext) (DI SW GS&amp;CS GCSS MOM MES EMEA CRE)" userId="c104e139-3b26-44c2-9c19-b609042f17ec" providerId="ADAL" clId="{51F374D2-C685-4940-99FD-7E49D82E7BD4}" dt="2024-12-10T11:32:35.034" v="994" actId="2696"/>
          <pc:sldLayoutMkLst>
            <pc:docMk/>
            <pc:sldMasterMk cId="3810906942" sldId="2147483648"/>
            <pc:sldLayoutMk cId="3670912502"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1D3A1-91ED-41E6-8143-DCDABFD25DCE}" type="datetimeFigureOut">
              <a:rPr lang="it-IT" smtClean="0"/>
              <a:t>11/03/2026</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C7EF08-D6C5-4F50-9051-59910BAA73D9}" type="slidenum">
              <a:rPr lang="it-IT" smtClean="0"/>
              <a:t>‹#›</a:t>
            </a:fld>
            <a:endParaRPr lang="it-IT"/>
          </a:p>
        </p:txBody>
      </p:sp>
    </p:spTree>
    <p:extLst>
      <p:ext uri="{BB962C8B-B14F-4D97-AF65-F5344CB8AC3E}">
        <p14:creationId xmlns:p14="http://schemas.microsoft.com/office/powerpoint/2010/main" val="1955336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19125"/>
            <a:ext cx="6048375" cy="3402013"/>
          </a:xfrm>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D7A0"/>
                </a:solidFill>
                <a:effectLst/>
                <a:uLnTx/>
                <a:uFillTx/>
                <a:latin typeface="Arial"/>
                <a:ea typeface="+mn-ea"/>
                <a:cs typeface="+mn-cs"/>
              </a:rPr>
              <a:t>Notes</a:t>
            </a:r>
            <a:r>
              <a:rPr kumimoji="0" lang="en-US" sz="1050" b="0" i="0" u="none" strike="noStrike" kern="1200" cap="none" spc="0" normalizeH="0" baseline="0" noProof="0">
                <a:ln>
                  <a:noFill/>
                </a:ln>
                <a:solidFill>
                  <a:srgbClr val="000000"/>
                </a:solidFill>
                <a:effectLst/>
                <a:uLnTx/>
                <a:uFillTx/>
                <a:latin typeface="Arial"/>
                <a:ea typeface="+mn-ea"/>
                <a:cs typeface="+mn-cs"/>
              </a:rPr>
              <a:t> </a:t>
            </a:r>
            <a:fld id="{E76C657F-0E32-4130-ADDA-66B81138A76A}" type="slidenum">
              <a:rPr kumimoji="0" lang="en-US" sz="105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773024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1.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1.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Deep Blue 80pt">
    <p:bg>
      <p:bgRef idx="1001">
        <a:schemeClr val="bg2"/>
      </p:bgRef>
    </p:bg>
    <p:spTree>
      <p:nvGrpSpPr>
        <p:cNvPr id="1" name=""/>
        <p:cNvGrpSpPr/>
        <p:nvPr/>
      </p:nvGrpSpPr>
      <p:grpSpPr>
        <a:xfrm>
          <a:off x="0" y="0"/>
          <a:ext cx="0" cy="0"/>
          <a:chOff x="0" y="0"/>
          <a:chExt cx="0" cy="0"/>
        </a:xfrm>
      </p:grpSpPr>
      <p:pic>
        <p:nvPicPr>
          <p:cNvPr id="6" name="Cognisphere" descr="A picture containing fireworks, star, table, sky&#10;&#10;Description automatically generated">
            <a:extLst>
              <a:ext uri="{FF2B5EF4-FFF2-40B4-BE49-F238E27FC236}">
                <a16:creationId xmlns:a16="http://schemas.microsoft.com/office/drawing/2014/main" id="{591CD5A4-BDEB-4734-8FA5-5C3B4A08A4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2024 | Siemens Digital Industries Software</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grpSp>
        <p:nvGrpSpPr>
          <p:cNvPr id="7" name="guides">
            <a:extLst>
              <a:ext uri="{FF2B5EF4-FFF2-40B4-BE49-F238E27FC236}">
                <a16:creationId xmlns:a16="http://schemas.microsoft.com/office/drawing/2014/main" id="{53BE117E-CDD5-4342-8C0F-74E4ED307BBB}"/>
              </a:ext>
            </a:extLst>
          </p:cNvPr>
          <p:cNvGrpSpPr/>
          <p:nvPr userDrawn="1"/>
        </p:nvGrpSpPr>
        <p:grpSpPr>
          <a:xfrm>
            <a:off x="-218016" y="-216000"/>
            <a:ext cx="12630816" cy="7290000"/>
            <a:chOff x="-218016" y="-216000"/>
            <a:chExt cx="12630816" cy="7290000"/>
          </a:xfrm>
        </p:grpSpPr>
        <p:cxnSp>
          <p:nvCxnSpPr>
            <p:cNvPr id="8" name="Gerade Verbindung 2">
              <a:extLst>
                <a:ext uri="{FF2B5EF4-FFF2-40B4-BE49-F238E27FC236}">
                  <a16:creationId xmlns:a16="http://schemas.microsoft.com/office/drawing/2014/main" id="{B219785C-AE8F-854B-8046-BA6D1DA599F4}"/>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35">
              <a:extLst>
                <a:ext uri="{FF2B5EF4-FFF2-40B4-BE49-F238E27FC236}">
                  <a16:creationId xmlns:a16="http://schemas.microsoft.com/office/drawing/2014/main" id="{9529802F-08FD-294F-A76F-398E506DD589}"/>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6">
              <a:extLst>
                <a:ext uri="{FF2B5EF4-FFF2-40B4-BE49-F238E27FC236}">
                  <a16:creationId xmlns:a16="http://schemas.microsoft.com/office/drawing/2014/main" id="{239F0CC0-BAD1-6140-9068-7B4B3643E924}"/>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7">
              <a:extLst>
                <a:ext uri="{FF2B5EF4-FFF2-40B4-BE49-F238E27FC236}">
                  <a16:creationId xmlns:a16="http://schemas.microsoft.com/office/drawing/2014/main" id="{88BCB114-9238-C24F-998F-80ED043AF1D5}"/>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8">
              <a:extLst>
                <a:ext uri="{FF2B5EF4-FFF2-40B4-BE49-F238E27FC236}">
                  <a16:creationId xmlns:a16="http://schemas.microsoft.com/office/drawing/2014/main" id="{57D6E603-AE0D-FD4D-B83B-004B60126B4D}"/>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9">
              <a:extLst>
                <a:ext uri="{FF2B5EF4-FFF2-40B4-BE49-F238E27FC236}">
                  <a16:creationId xmlns:a16="http://schemas.microsoft.com/office/drawing/2014/main" id="{A5272C97-25A1-E64A-99C2-B1AEC71AB165}"/>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1">
              <a:extLst>
                <a:ext uri="{FF2B5EF4-FFF2-40B4-BE49-F238E27FC236}">
                  <a16:creationId xmlns:a16="http://schemas.microsoft.com/office/drawing/2014/main" id="{0EAF05FD-6D7D-BD42-9365-07362DBA8A0E}"/>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2">
              <a:extLst>
                <a:ext uri="{FF2B5EF4-FFF2-40B4-BE49-F238E27FC236}">
                  <a16:creationId xmlns:a16="http://schemas.microsoft.com/office/drawing/2014/main" id="{7B121FD7-F304-134A-B65C-21B9E641983F}"/>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3">
              <a:extLst>
                <a:ext uri="{FF2B5EF4-FFF2-40B4-BE49-F238E27FC236}">
                  <a16:creationId xmlns:a16="http://schemas.microsoft.com/office/drawing/2014/main" id="{01ADCDD8-6878-7F44-847A-7A90BAF42050}"/>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4">
              <a:extLst>
                <a:ext uri="{FF2B5EF4-FFF2-40B4-BE49-F238E27FC236}">
                  <a16:creationId xmlns:a16="http://schemas.microsoft.com/office/drawing/2014/main" id="{C6E9F728-C879-3149-AD93-E5C37D1E10DD}"/>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1">
              <a:extLst>
                <a:ext uri="{FF2B5EF4-FFF2-40B4-BE49-F238E27FC236}">
                  <a16:creationId xmlns:a16="http://schemas.microsoft.com/office/drawing/2014/main" id="{3231059F-5DC1-464B-870D-B5226B336D74}"/>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2">
              <a:extLst>
                <a:ext uri="{FF2B5EF4-FFF2-40B4-BE49-F238E27FC236}">
                  <a16:creationId xmlns:a16="http://schemas.microsoft.com/office/drawing/2014/main" id="{454E27F2-18EB-D240-9FBE-1559E915FEBB}"/>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3">
              <a:extLst>
                <a:ext uri="{FF2B5EF4-FFF2-40B4-BE49-F238E27FC236}">
                  <a16:creationId xmlns:a16="http://schemas.microsoft.com/office/drawing/2014/main" id="{EBE7F1AB-1666-F845-BCF2-C4D17A3F31A8}"/>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4">
              <a:extLst>
                <a:ext uri="{FF2B5EF4-FFF2-40B4-BE49-F238E27FC236}">
                  <a16:creationId xmlns:a16="http://schemas.microsoft.com/office/drawing/2014/main" id="{ADAA1130-3074-E04E-A8B1-3BBA4521B6C5}"/>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5">
              <a:extLst>
                <a:ext uri="{FF2B5EF4-FFF2-40B4-BE49-F238E27FC236}">
                  <a16:creationId xmlns:a16="http://schemas.microsoft.com/office/drawing/2014/main" id="{512BA223-DE19-A147-A0D0-B79B2964001B}"/>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6">
              <a:extLst>
                <a:ext uri="{FF2B5EF4-FFF2-40B4-BE49-F238E27FC236}">
                  <a16:creationId xmlns:a16="http://schemas.microsoft.com/office/drawing/2014/main" id="{8047752A-61E9-D84E-8808-F8C3E9FEFF07}"/>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8">
              <a:extLst>
                <a:ext uri="{FF2B5EF4-FFF2-40B4-BE49-F238E27FC236}">
                  <a16:creationId xmlns:a16="http://schemas.microsoft.com/office/drawing/2014/main" id="{543B7AB3-1C4F-0246-BB82-21A700A14E29}"/>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9">
              <a:extLst>
                <a:ext uri="{FF2B5EF4-FFF2-40B4-BE49-F238E27FC236}">
                  <a16:creationId xmlns:a16="http://schemas.microsoft.com/office/drawing/2014/main" id="{28799C5E-D158-204F-94B8-3F29F69AEC85}"/>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0">
              <a:extLst>
                <a:ext uri="{FF2B5EF4-FFF2-40B4-BE49-F238E27FC236}">
                  <a16:creationId xmlns:a16="http://schemas.microsoft.com/office/drawing/2014/main" id="{1B3ECE5A-332D-004A-B320-E4D936E10C02}"/>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1">
              <a:extLst>
                <a:ext uri="{FF2B5EF4-FFF2-40B4-BE49-F238E27FC236}">
                  <a16:creationId xmlns:a16="http://schemas.microsoft.com/office/drawing/2014/main" id="{B3E9FDB4-89F0-AA4F-BF1C-2409C78E1337}"/>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6253653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109">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Deep Blue 60pt">
    <p:bg>
      <p:bgRef idx="1001">
        <a:schemeClr val="bg2"/>
      </p:bgRef>
    </p:bg>
    <p:spTree>
      <p:nvGrpSpPr>
        <p:cNvPr id="1" name=""/>
        <p:cNvGrpSpPr/>
        <p:nvPr/>
      </p:nvGrpSpPr>
      <p:grpSpPr>
        <a:xfrm>
          <a:off x="0" y="0"/>
          <a:ext cx="0" cy="0"/>
          <a:chOff x="0" y="0"/>
          <a:chExt cx="0" cy="0"/>
        </a:xfrm>
      </p:grpSpPr>
      <p:pic>
        <p:nvPicPr>
          <p:cNvPr id="7" name="Cognisphere" descr="A close up of a light&#10;&#10;Description automatically generated">
            <a:extLst>
              <a:ext uri="{FF2B5EF4-FFF2-40B4-BE49-F238E27FC236}">
                <a16:creationId xmlns:a16="http://schemas.microsoft.com/office/drawing/2014/main" id="{F50DEF7C-D243-494F-A738-41FC9AF515A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M3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2024 | Siemens Digital Industries Software</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grpSp>
        <p:nvGrpSpPr>
          <p:cNvPr id="8" name="guides">
            <a:extLst>
              <a:ext uri="{FF2B5EF4-FFF2-40B4-BE49-F238E27FC236}">
                <a16:creationId xmlns:a16="http://schemas.microsoft.com/office/drawing/2014/main" id="{3FCA14BA-240F-1C48-84AF-574C4EDD0882}"/>
              </a:ext>
            </a:extLst>
          </p:cNvPr>
          <p:cNvGrpSpPr/>
          <p:nvPr userDrawn="1"/>
        </p:nvGrpSpPr>
        <p:grpSpPr>
          <a:xfrm>
            <a:off x="-218016" y="-216000"/>
            <a:ext cx="12630816" cy="7290000"/>
            <a:chOff x="-218016" y="-216000"/>
            <a:chExt cx="12630816" cy="7290000"/>
          </a:xfrm>
        </p:grpSpPr>
        <p:cxnSp>
          <p:nvCxnSpPr>
            <p:cNvPr id="9" name="Gerade Verbindung 2">
              <a:extLst>
                <a:ext uri="{FF2B5EF4-FFF2-40B4-BE49-F238E27FC236}">
                  <a16:creationId xmlns:a16="http://schemas.microsoft.com/office/drawing/2014/main" id="{A27D0139-DEB5-EB40-B524-8AFC68AB878F}"/>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5">
              <a:extLst>
                <a:ext uri="{FF2B5EF4-FFF2-40B4-BE49-F238E27FC236}">
                  <a16:creationId xmlns:a16="http://schemas.microsoft.com/office/drawing/2014/main" id="{41AFACC4-FF0C-764D-B391-E58E0FDFAE19}"/>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6">
              <a:extLst>
                <a:ext uri="{FF2B5EF4-FFF2-40B4-BE49-F238E27FC236}">
                  <a16:creationId xmlns:a16="http://schemas.microsoft.com/office/drawing/2014/main" id="{4F1E145C-3AC4-104D-A098-4A9B2AC78152}"/>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7">
              <a:extLst>
                <a:ext uri="{FF2B5EF4-FFF2-40B4-BE49-F238E27FC236}">
                  <a16:creationId xmlns:a16="http://schemas.microsoft.com/office/drawing/2014/main" id="{EB7627AC-9C88-184D-A00F-EF45833556E3}"/>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8">
              <a:extLst>
                <a:ext uri="{FF2B5EF4-FFF2-40B4-BE49-F238E27FC236}">
                  <a16:creationId xmlns:a16="http://schemas.microsoft.com/office/drawing/2014/main" id="{1FF49C28-7FAD-2E43-B87C-F9AEED40F7C9}"/>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9">
              <a:extLst>
                <a:ext uri="{FF2B5EF4-FFF2-40B4-BE49-F238E27FC236}">
                  <a16:creationId xmlns:a16="http://schemas.microsoft.com/office/drawing/2014/main" id="{1EC6E20C-F73B-6743-8688-C2D7BECEE950}"/>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1">
              <a:extLst>
                <a:ext uri="{FF2B5EF4-FFF2-40B4-BE49-F238E27FC236}">
                  <a16:creationId xmlns:a16="http://schemas.microsoft.com/office/drawing/2014/main" id="{1E082B54-B227-7B49-B284-F9774FA2D0B0}"/>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2">
              <a:extLst>
                <a:ext uri="{FF2B5EF4-FFF2-40B4-BE49-F238E27FC236}">
                  <a16:creationId xmlns:a16="http://schemas.microsoft.com/office/drawing/2014/main" id="{3F3FD44E-6F76-6142-9A57-4F43BC62AB49}"/>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3">
              <a:extLst>
                <a:ext uri="{FF2B5EF4-FFF2-40B4-BE49-F238E27FC236}">
                  <a16:creationId xmlns:a16="http://schemas.microsoft.com/office/drawing/2014/main" id="{0539DDBE-5A7C-0343-BC88-7D442AF5227F}"/>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4">
              <a:extLst>
                <a:ext uri="{FF2B5EF4-FFF2-40B4-BE49-F238E27FC236}">
                  <a16:creationId xmlns:a16="http://schemas.microsoft.com/office/drawing/2014/main" id="{73411D37-CFD5-EC49-955B-E01CF3E6325B}"/>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1">
              <a:extLst>
                <a:ext uri="{FF2B5EF4-FFF2-40B4-BE49-F238E27FC236}">
                  <a16:creationId xmlns:a16="http://schemas.microsoft.com/office/drawing/2014/main" id="{3C6B3653-DE26-9E45-823D-88171F6A9C6D}"/>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2">
              <a:extLst>
                <a:ext uri="{FF2B5EF4-FFF2-40B4-BE49-F238E27FC236}">
                  <a16:creationId xmlns:a16="http://schemas.microsoft.com/office/drawing/2014/main" id="{32A999F3-9E92-4948-B75C-4413ECA7A21E}"/>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3">
              <a:extLst>
                <a:ext uri="{FF2B5EF4-FFF2-40B4-BE49-F238E27FC236}">
                  <a16:creationId xmlns:a16="http://schemas.microsoft.com/office/drawing/2014/main" id="{EDA33CE2-2587-004D-AF12-497BE4A5E6D9}"/>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4">
              <a:extLst>
                <a:ext uri="{FF2B5EF4-FFF2-40B4-BE49-F238E27FC236}">
                  <a16:creationId xmlns:a16="http://schemas.microsoft.com/office/drawing/2014/main" id="{D3117870-1D79-9341-838C-8B64EBF0DFB4}"/>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5">
              <a:extLst>
                <a:ext uri="{FF2B5EF4-FFF2-40B4-BE49-F238E27FC236}">
                  <a16:creationId xmlns:a16="http://schemas.microsoft.com/office/drawing/2014/main" id="{A588610C-DA7D-DA4E-846D-C3022F924908}"/>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6">
              <a:extLst>
                <a:ext uri="{FF2B5EF4-FFF2-40B4-BE49-F238E27FC236}">
                  <a16:creationId xmlns:a16="http://schemas.microsoft.com/office/drawing/2014/main" id="{89EE12E5-6ED9-7445-9810-C67CCF7ACC49}"/>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8">
              <a:extLst>
                <a:ext uri="{FF2B5EF4-FFF2-40B4-BE49-F238E27FC236}">
                  <a16:creationId xmlns:a16="http://schemas.microsoft.com/office/drawing/2014/main" id="{AFB12E0F-93B1-0C4A-A438-B6769B8533DF}"/>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9">
              <a:extLst>
                <a:ext uri="{FF2B5EF4-FFF2-40B4-BE49-F238E27FC236}">
                  <a16:creationId xmlns:a16="http://schemas.microsoft.com/office/drawing/2014/main" id="{297F5005-E5D7-A443-AE7D-FA9E8032291A}"/>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0">
              <a:extLst>
                <a:ext uri="{FF2B5EF4-FFF2-40B4-BE49-F238E27FC236}">
                  <a16:creationId xmlns:a16="http://schemas.microsoft.com/office/drawing/2014/main" id="{C2298A34-0F4C-7141-AE9A-87C1F8174F39}"/>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1">
              <a:extLst>
                <a:ext uri="{FF2B5EF4-FFF2-40B4-BE49-F238E27FC236}">
                  <a16:creationId xmlns:a16="http://schemas.microsoft.com/office/drawing/2014/main" id="{507678CE-1508-AC44-9E29-F530CD4EB9A9}"/>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3775347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109">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Deep Blue 40pt">
    <p:bg>
      <p:bgRef idx="1001">
        <a:schemeClr val="bg2"/>
      </p:bgRef>
    </p:bg>
    <p:spTree>
      <p:nvGrpSpPr>
        <p:cNvPr id="1" name=""/>
        <p:cNvGrpSpPr/>
        <p:nvPr/>
      </p:nvGrpSpPr>
      <p:grpSpPr>
        <a:xfrm>
          <a:off x="0" y="0"/>
          <a:ext cx="0" cy="0"/>
          <a:chOff x="0" y="0"/>
          <a:chExt cx="0" cy="0"/>
        </a:xfrm>
      </p:grpSpPr>
      <p:pic>
        <p:nvPicPr>
          <p:cNvPr id="7" name="Cognisphere" descr="A picture containing light, star&#10;&#10;Description automatically generated">
            <a:extLst>
              <a:ext uri="{FF2B5EF4-FFF2-40B4-BE49-F238E27FC236}">
                <a16:creationId xmlns:a16="http://schemas.microsoft.com/office/drawing/2014/main" id="{AA220E05-4C1E-4F58-BFC0-57C07A95F70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9288000" cy="2462213"/>
          </a:xfrm>
          <a:blipFill dpi="0"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2024 | Siemens Digital Industries Software</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grpSp>
        <p:nvGrpSpPr>
          <p:cNvPr id="8" name="guides">
            <a:extLst>
              <a:ext uri="{FF2B5EF4-FFF2-40B4-BE49-F238E27FC236}">
                <a16:creationId xmlns:a16="http://schemas.microsoft.com/office/drawing/2014/main" id="{11467217-650A-124F-8AD4-C6500CB80433}"/>
              </a:ext>
            </a:extLst>
          </p:cNvPr>
          <p:cNvGrpSpPr/>
          <p:nvPr userDrawn="1"/>
        </p:nvGrpSpPr>
        <p:grpSpPr>
          <a:xfrm>
            <a:off x="-218016" y="-216000"/>
            <a:ext cx="12630816" cy="7290000"/>
            <a:chOff x="-218016" y="-216000"/>
            <a:chExt cx="12630816" cy="7290000"/>
          </a:xfrm>
        </p:grpSpPr>
        <p:cxnSp>
          <p:nvCxnSpPr>
            <p:cNvPr id="9" name="Gerade Verbindung 2">
              <a:extLst>
                <a:ext uri="{FF2B5EF4-FFF2-40B4-BE49-F238E27FC236}">
                  <a16:creationId xmlns:a16="http://schemas.microsoft.com/office/drawing/2014/main" id="{CC6EF851-9403-6340-8F90-76D658BB2433}"/>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5">
              <a:extLst>
                <a:ext uri="{FF2B5EF4-FFF2-40B4-BE49-F238E27FC236}">
                  <a16:creationId xmlns:a16="http://schemas.microsoft.com/office/drawing/2014/main" id="{80C5C015-4929-0F4A-8C7E-FDF7B3D5B0DC}"/>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6">
              <a:extLst>
                <a:ext uri="{FF2B5EF4-FFF2-40B4-BE49-F238E27FC236}">
                  <a16:creationId xmlns:a16="http://schemas.microsoft.com/office/drawing/2014/main" id="{5369C0D7-A503-804B-B5B8-31A0E310F04F}"/>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7">
              <a:extLst>
                <a:ext uri="{FF2B5EF4-FFF2-40B4-BE49-F238E27FC236}">
                  <a16:creationId xmlns:a16="http://schemas.microsoft.com/office/drawing/2014/main" id="{CB69E44C-EECC-D14A-AE40-D71BA5C0E4F8}"/>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8">
              <a:extLst>
                <a:ext uri="{FF2B5EF4-FFF2-40B4-BE49-F238E27FC236}">
                  <a16:creationId xmlns:a16="http://schemas.microsoft.com/office/drawing/2014/main" id="{7F3066DC-9573-924D-9157-0C4EF161093A}"/>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9">
              <a:extLst>
                <a:ext uri="{FF2B5EF4-FFF2-40B4-BE49-F238E27FC236}">
                  <a16:creationId xmlns:a16="http://schemas.microsoft.com/office/drawing/2014/main" id="{CC7DB519-9819-A345-8751-1909BF10847D}"/>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1">
              <a:extLst>
                <a:ext uri="{FF2B5EF4-FFF2-40B4-BE49-F238E27FC236}">
                  <a16:creationId xmlns:a16="http://schemas.microsoft.com/office/drawing/2014/main" id="{4BF147C4-DA96-0445-A905-FC088BA82836}"/>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2">
              <a:extLst>
                <a:ext uri="{FF2B5EF4-FFF2-40B4-BE49-F238E27FC236}">
                  <a16:creationId xmlns:a16="http://schemas.microsoft.com/office/drawing/2014/main" id="{C34F81D2-B29B-474C-873F-06C7174370DC}"/>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3">
              <a:extLst>
                <a:ext uri="{FF2B5EF4-FFF2-40B4-BE49-F238E27FC236}">
                  <a16:creationId xmlns:a16="http://schemas.microsoft.com/office/drawing/2014/main" id="{B0D0E1D5-D91F-3E47-BB34-13AECDD85B70}"/>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4">
              <a:extLst>
                <a:ext uri="{FF2B5EF4-FFF2-40B4-BE49-F238E27FC236}">
                  <a16:creationId xmlns:a16="http://schemas.microsoft.com/office/drawing/2014/main" id="{5B8D16E8-2D9D-F742-A230-5E5635E0DC17}"/>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1">
              <a:extLst>
                <a:ext uri="{FF2B5EF4-FFF2-40B4-BE49-F238E27FC236}">
                  <a16:creationId xmlns:a16="http://schemas.microsoft.com/office/drawing/2014/main" id="{8672C1B3-CF2D-144F-8E19-0562FBC5B94F}"/>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2">
              <a:extLst>
                <a:ext uri="{FF2B5EF4-FFF2-40B4-BE49-F238E27FC236}">
                  <a16:creationId xmlns:a16="http://schemas.microsoft.com/office/drawing/2014/main" id="{9FF95F11-969B-E04F-AE81-C60289C44EE2}"/>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3">
              <a:extLst>
                <a:ext uri="{FF2B5EF4-FFF2-40B4-BE49-F238E27FC236}">
                  <a16:creationId xmlns:a16="http://schemas.microsoft.com/office/drawing/2014/main" id="{D9BCA654-894A-F54B-AF84-ABEFE42F7DB2}"/>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4">
              <a:extLst>
                <a:ext uri="{FF2B5EF4-FFF2-40B4-BE49-F238E27FC236}">
                  <a16:creationId xmlns:a16="http://schemas.microsoft.com/office/drawing/2014/main" id="{3FB11018-F34B-2941-B5B5-4D730D79FF3B}"/>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5">
              <a:extLst>
                <a:ext uri="{FF2B5EF4-FFF2-40B4-BE49-F238E27FC236}">
                  <a16:creationId xmlns:a16="http://schemas.microsoft.com/office/drawing/2014/main" id="{030D7413-10FC-6542-A497-FAC885E2F118}"/>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6">
              <a:extLst>
                <a:ext uri="{FF2B5EF4-FFF2-40B4-BE49-F238E27FC236}">
                  <a16:creationId xmlns:a16="http://schemas.microsoft.com/office/drawing/2014/main" id="{680D773D-2470-8941-9957-F28B2D9B0128}"/>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8">
              <a:extLst>
                <a:ext uri="{FF2B5EF4-FFF2-40B4-BE49-F238E27FC236}">
                  <a16:creationId xmlns:a16="http://schemas.microsoft.com/office/drawing/2014/main" id="{AD063393-980D-3D44-8700-3669AB3CBDBD}"/>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9">
              <a:extLst>
                <a:ext uri="{FF2B5EF4-FFF2-40B4-BE49-F238E27FC236}">
                  <a16:creationId xmlns:a16="http://schemas.microsoft.com/office/drawing/2014/main" id="{21BACF4C-75A5-0843-AC2D-9D059A7AFF54}"/>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0">
              <a:extLst>
                <a:ext uri="{FF2B5EF4-FFF2-40B4-BE49-F238E27FC236}">
                  <a16:creationId xmlns:a16="http://schemas.microsoft.com/office/drawing/2014/main" id="{DDF07249-A2CD-184B-BFA6-CD7186D7911D}"/>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1">
              <a:extLst>
                <a:ext uri="{FF2B5EF4-FFF2-40B4-BE49-F238E27FC236}">
                  <a16:creationId xmlns:a16="http://schemas.microsoft.com/office/drawing/2014/main" id="{F53E876C-2E53-4F4D-8FD1-B8907D22866C}"/>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1417585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109">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Gradient DB–Petrol 8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7" name="Cognisphere" descr="Background pattern&#10;&#10;Description automatically generated">
            <a:extLst>
              <a:ext uri="{FF2B5EF4-FFF2-40B4-BE49-F238E27FC236}">
                <a16:creationId xmlns:a16="http://schemas.microsoft.com/office/drawing/2014/main" id="{70837433-2C09-4518-AF0D-697A97CAC3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80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2024 | Siemens Digital Industries Software</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grpSp>
        <p:nvGrpSpPr>
          <p:cNvPr id="8" name="Guides">
            <a:extLst>
              <a:ext uri="{FF2B5EF4-FFF2-40B4-BE49-F238E27FC236}">
                <a16:creationId xmlns:a16="http://schemas.microsoft.com/office/drawing/2014/main" id="{9487DC36-1970-CF49-9F03-FC6C0954379B}"/>
              </a:ext>
            </a:extLst>
          </p:cNvPr>
          <p:cNvGrpSpPr/>
          <p:nvPr userDrawn="1"/>
        </p:nvGrpSpPr>
        <p:grpSpPr>
          <a:xfrm>
            <a:off x="-218016" y="-216000"/>
            <a:ext cx="12630816" cy="7290000"/>
            <a:chOff x="-218016" y="-216000"/>
            <a:chExt cx="12630816" cy="7290000"/>
          </a:xfrm>
        </p:grpSpPr>
        <p:cxnSp>
          <p:nvCxnSpPr>
            <p:cNvPr id="9" name="Gerade Verbindung 2">
              <a:extLst>
                <a:ext uri="{FF2B5EF4-FFF2-40B4-BE49-F238E27FC236}">
                  <a16:creationId xmlns:a16="http://schemas.microsoft.com/office/drawing/2014/main" id="{D8FACA03-AC57-C140-B9DF-52F833EB676D}"/>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5">
              <a:extLst>
                <a:ext uri="{FF2B5EF4-FFF2-40B4-BE49-F238E27FC236}">
                  <a16:creationId xmlns:a16="http://schemas.microsoft.com/office/drawing/2014/main" id="{8705E40A-B21C-A848-A88C-3CD2CEB40BC0}"/>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6">
              <a:extLst>
                <a:ext uri="{FF2B5EF4-FFF2-40B4-BE49-F238E27FC236}">
                  <a16:creationId xmlns:a16="http://schemas.microsoft.com/office/drawing/2014/main" id="{840747FC-D86D-4B44-8D7B-62CF392D174C}"/>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7">
              <a:extLst>
                <a:ext uri="{FF2B5EF4-FFF2-40B4-BE49-F238E27FC236}">
                  <a16:creationId xmlns:a16="http://schemas.microsoft.com/office/drawing/2014/main" id="{81F71A6D-EE7F-F042-BAF0-1231FC0E342E}"/>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8">
              <a:extLst>
                <a:ext uri="{FF2B5EF4-FFF2-40B4-BE49-F238E27FC236}">
                  <a16:creationId xmlns:a16="http://schemas.microsoft.com/office/drawing/2014/main" id="{EA13CAC5-0AF5-E94B-88EB-F9D00727EC42}"/>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9">
              <a:extLst>
                <a:ext uri="{FF2B5EF4-FFF2-40B4-BE49-F238E27FC236}">
                  <a16:creationId xmlns:a16="http://schemas.microsoft.com/office/drawing/2014/main" id="{C6B6F9C9-0F30-614E-8E7E-4AE4EF9CBE0D}"/>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1">
              <a:extLst>
                <a:ext uri="{FF2B5EF4-FFF2-40B4-BE49-F238E27FC236}">
                  <a16:creationId xmlns:a16="http://schemas.microsoft.com/office/drawing/2014/main" id="{71B2DDC5-E6EA-6A40-AAC7-323F71D1E71A}"/>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2">
              <a:extLst>
                <a:ext uri="{FF2B5EF4-FFF2-40B4-BE49-F238E27FC236}">
                  <a16:creationId xmlns:a16="http://schemas.microsoft.com/office/drawing/2014/main" id="{57BC5CA6-6AE7-FE44-AE40-BA2A8217FE03}"/>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3">
              <a:extLst>
                <a:ext uri="{FF2B5EF4-FFF2-40B4-BE49-F238E27FC236}">
                  <a16:creationId xmlns:a16="http://schemas.microsoft.com/office/drawing/2014/main" id="{7D0AA762-2D27-9743-B114-6D9CC3F3F609}"/>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4">
              <a:extLst>
                <a:ext uri="{FF2B5EF4-FFF2-40B4-BE49-F238E27FC236}">
                  <a16:creationId xmlns:a16="http://schemas.microsoft.com/office/drawing/2014/main" id="{37470650-8342-F24B-94B3-AC3A78BFDD52}"/>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1">
              <a:extLst>
                <a:ext uri="{FF2B5EF4-FFF2-40B4-BE49-F238E27FC236}">
                  <a16:creationId xmlns:a16="http://schemas.microsoft.com/office/drawing/2014/main" id="{1C4A8AFF-32F0-D344-AF56-D16B0EDB0B1A}"/>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2">
              <a:extLst>
                <a:ext uri="{FF2B5EF4-FFF2-40B4-BE49-F238E27FC236}">
                  <a16:creationId xmlns:a16="http://schemas.microsoft.com/office/drawing/2014/main" id="{6750F8A9-FEF0-6E42-93CA-298D425CF395}"/>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3">
              <a:extLst>
                <a:ext uri="{FF2B5EF4-FFF2-40B4-BE49-F238E27FC236}">
                  <a16:creationId xmlns:a16="http://schemas.microsoft.com/office/drawing/2014/main" id="{910097E9-8125-B749-AE7D-3D190BC5F595}"/>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4">
              <a:extLst>
                <a:ext uri="{FF2B5EF4-FFF2-40B4-BE49-F238E27FC236}">
                  <a16:creationId xmlns:a16="http://schemas.microsoft.com/office/drawing/2014/main" id="{C4012EAE-333D-334E-B5D4-14D90F601CB0}"/>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5">
              <a:extLst>
                <a:ext uri="{FF2B5EF4-FFF2-40B4-BE49-F238E27FC236}">
                  <a16:creationId xmlns:a16="http://schemas.microsoft.com/office/drawing/2014/main" id="{341EB00F-D928-C048-ACB8-BAAB749CEAE6}"/>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6">
              <a:extLst>
                <a:ext uri="{FF2B5EF4-FFF2-40B4-BE49-F238E27FC236}">
                  <a16:creationId xmlns:a16="http://schemas.microsoft.com/office/drawing/2014/main" id="{AC93FB83-AAFF-7D43-A124-A5604F8F13C3}"/>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8">
              <a:extLst>
                <a:ext uri="{FF2B5EF4-FFF2-40B4-BE49-F238E27FC236}">
                  <a16:creationId xmlns:a16="http://schemas.microsoft.com/office/drawing/2014/main" id="{6F63377B-4A15-4B48-8DE4-BE11A54E55FD}"/>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9">
              <a:extLst>
                <a:ext uri="{FF2B5EF4-FFF2-40B4-BE49-F238E27FC236}">
                  <a16:creationId xmlns:a16="http://schemas.microsoft.com/office/drawing/2014/main" id="{2F7A02BE-DA3E-F549-96FB-3FE412DD650F}"/>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0">
              <a:extLst>
                <a:ext uri="{FF2B5EF4-FFF2-40B4-BE49-F238E27FC236}">
                  <a16:creationId xmlns:a16="http://schemas.microsoft.com/office/drawing/2014/main" id="{4FC1AB01-DAD2-214B-A2A7-F0C7F600CF9E}"/>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1">
              <a:extLst>
                <a:ext uri="{FF2B5EF4-FFF2-40B4-BE49-F238E27FC236}">
                  <a16:creationId xmlns:a16="http://schemas.microsoft.com/office/drawing/2014/main" id="{8A5EBAE4-07AE-1B4B-AAF7-1A498922F29A}"/>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989611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109">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Gradient DB–Petrol 6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Background pattern&#10;&#10;Description automatically generated">
            <a:extLst>
              <a:ext uri="{FF2B5EF4-FFF2-40B4-BE49-F238E27FC236}">
                <a16:creationId xmlns:a16="http://schemas.microsoft.com/office/drawing/2014/main" id="{DF3DAF0E-BB8A-4082-8CE7-1BBCE61C8C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769989"/>
          </a:xfrm>
          <a:blipFill dpi="0"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1"/>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2024 | Siemens Digital Industries Software</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grpSp>
        <p:nvGrpSpPr>
          <p:cNvPr id="7" name="Guides">
            <a:extLst>
              <a:ext uri="{FF2B5EF4-FFF2-40B4-BE49-F238E27FC236}">
                <a16:creationId xmlns:a16="http://schemas.microsoft.com/office/drawing/2014/main" id="{E90418EA-439E-C346-89AE-093E39231237}"/>
              </a:ext>
            </a:extLst>
          </p:cNvPr>
          <p:cNvGrpSpPr/>
          <p:nvPr userDrawn="1"/>
        </p:nvGrpSpPr>
        <p:grpSpPr>
          <a:xfrm>
            <a:off x="-218016" y="-216000"/>
            <a:ext cx="12630816" cy="7290000"/>
            <a:chOff x="-218016" y="-216000"/>
            <a:chExt cx="12630816" cy="7290000"/>
          </a:xfrm>
        </p:grpSpPr>
        <p:cxnSp>
          <p:nvCxnSpPr>
            <p:cNvPr id="8" name="Gerade Verbindung 2">
              <a:extLst>
                <a:ext uri="{FF2B5EF4-FFF2-40B4-BE49-F238E27FC236}">
                  <a16:creationId xmlns:a16="http://schemas.microsoft.com/office/drawing/2014/main" id="{21F069CF-31E9-3E45-8F4B-29074DC650CF}"/>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35">
              <a:extLst>
                <a:ext uri="{FF2B5EF4-FFF2-40B4-BE49-F238E27FC236}">
                  <a16:creationId xmlns:a16="http://schemas.microsoft.com/office/drawing/2014/main" id="{3A90EDF3-90B1-C746-9C30-B9E93ED6A988}"/>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6">
              <a:extLst>
                <a:ext uri="{FF2B5EF4-FFF2-40B4-BE49-F238E27FC236}">
                  <a16:creationId xmlns:a16="http://schemas.microsoft.com/office/drawing/2014/main" id="{3DBA28D0-ED1D-F846-9CE9-1BC5B99F2BAD}"/>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7">
              <a:extLst>
                <a:ext uri="{FF2B5EF4-FFF2-40B4-BE49-F238E27FC236}">
                  <a16:creationId xmlns:a16="http://schemas.microsoft.com/office/drawing/2014/main" id="{8ECFB945-568D-D04F-A857-6852982A28A1}"/>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8">
              <a:extLst>
                <a:ext uri="{FF2B5EF4-FFF2-40B4-BE49-F238E27FC236}">
                  <a16:creationId xmlns:a16="http://schemas.microsoft.com/office/drawing/2014/main" id="{C4A5546A-4960-184A-A216-26E3656CCAEC}"/>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9">
              <a:extLst>
                <a:ext uri="{FF2B5EF4-FFF2-40B4-BE49-F238E27FC236}">
                  <a16:creationId xmlns:a16="http://schemas.microsoft.com/office/drawing/2014/main" id="{E8DB6C1D-B26C-4346-923C-2567B334B8C2}"/>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1">
              <a:extLst>
                <a:ext uri="{FF2B5EF4-FFF2-40B4-BE49-F238E27FC236}">
                  <a16:creationId xmlns:a16="http://schemas.microsoft.com/office/drawing/2014/main" id="{BB0009D2-FA01-094D-8128-7427728FF5B0}"/>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2">
              <a:extLst>
                <a:ext uri="{FF2B5EF4-FFF2-40B4-BE49-F238E27FC236}">
                  <a16:creationId xmlns:a16="http://schemas.microsoft.com/office/drawing/2014/main" id="{FBCFD0F1-7902-6341-AE46-E8AA771D1926}"/>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3">
              <a:extLst>
                <a:ext uri="{FF2B5EF4-FFF2-40B4-BE49-F238E27FC236}">
                  <a16:creationId xmlns:a16="http://schemas.microsoft.com/office/drawing/2014/main" id="{B1F27D2C-E8A5-3740-A854-B6EC5625B0D8}"/>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4">
              <a:extLst>
                <a:ext uri="{FF2B5EF4-FFF2-40B4-BE49-F238E27FC236}">
                  <a16:creationId xmlns:a16="http://schemas.microsoft.com/office/drawing/2014/main" id="{39DBE8F3-40DE-8546-A0DD-6F3C136B4328}"/>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1">
              <a:extLst>
                <a:ext uri="{FF2B5EF4-FFF2-40B4-BE49-F238E27FC236}">
                  <a16:creationId xmlns:a16="http://schemas.microsoft.com/office/drawing/2014/main" id="{7F30F992-8834-9543-A21F-5BE0601B757B}"/>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2">
              <a:extLst>
                <a:ext uri="{FF2B5EF4-FFF2-40B4-BE49-F238E27FC236}">
                  <a16:creationId xmlns:a16="http://schemas.microsoft.com/office/drawing/2014/main" id="{BEFFBB58-DF82-AC40-A0B9-800F973F830A}"/>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3">
              <a:extLst>
                <a:ext uri="{FF2B5EF4-FFF2-40B4-BE49-F238E27FC236}">
                  <a16:creationId xmlns:a16="http://schemas.microsoft.com/office/drawing/2014/main" id="{047CE196-FB38-6C4F-8879-01A7756A66B8}"/>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4">
              <a:extLst>
                <a:ext uri="{FF2B5EF4-FFF2-40B4-BE49-F238E27FC236}">
                  <a16:creationId xmlns:a16="http://schemas.microsoft.com/office/drawing/2014/main" id="{14526CE6-3EDA-BD4B-B225-721391B76AE9}"/>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5">
              <a:extLst>
                <a:ext uri="{FF2B5EF4-FFF2-40B4-BE49-F238E27FC236}">
                  <a16:creationId xmlns:a16="http://schemas.microsoft.com/office/drawing/2014/main" id="{ED32BE9E-9C38-E54E-ABF2-2B9F84C520E3}"/>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6">
              <a:extLst>
                <a:ext uri="{FF2B5EF4-FFF2-40B4-BE49-F238E27FC236}">
                  <a16:creationId xmlns:a16="http://schemas.microsoft.com/office/drawing/2014/main" id="{4744799A-927E-494A-949C-3976ED48E1E0}"/>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8">
              <a:extLst>
                <a:ext uri="{FF2B5EF4-FFF2-40B4-BE49-F238E27FC236}">
                  <a16:creationId xmlns:a16="http://schemas.microsoft.com/office/drawing/2014/main" id="{D30DBC60-7C5C-BE43-B61B-E6A951D49FF2}"/>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9">
              <a:extLst>
                <a:ext uri="{FF2B5EF4-FFF2-40B4-BE49-F238E27FC236}">
                  <a16:creationId xmlns:a16="http://schemas.microsoft.com/office/drawing/2014/main" id="{75EC92AF-918D-E242-8F09-8A7C7C94DC7B}"/>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0">
              <a:extLst>
                <a:ext uri="{FF2B5EF4-FFF2-40B4-BE49-F238E27FC236}">
                  <a16:creationId xmlns:a16="http://schemas.microsoft.com/office/drawing/2014/main" id="{40B21EA5-34CE-D449-BD78-7E35656782BD}"/>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1">
              <a:extLst>
                <a:ext uri="{FF2B5EF4-FFF2-40B4-BE49-F238E27FC236}">
                  <a16:creationId xmlns:a16="http://schemas.microsoft.com/office/drawing/2014/main" id="{EEF1AD41-D2FC-E14B-A057-19707596E031}"/>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2675198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109">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Gradient DB–Petrol 4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A picture containing background pattern&#10;&#10;Description automatically generated">
            <a:extLst>
              <a:ext uri="{FF2B5EF4-FFF2-40B4-BE49-F238E27FC236}">
                <a16:creationId xmlns:a16="http://schemas.microsoft.com/office/drawing/2014/main" id="{DE598EC2-770B-4F85-A209-57F0E77094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9288000" cy="2462213"/>
          </a:xfrm>
          <a:blipFill dpi="0"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pPr>
              <a:lnSpc>
                <a:spcPct val="100000"/>
              </a:lnSpc>
            </a:pPr>
            <a:r>
              <a:rPr lang="en-US"/>
              <a:t>Restricted | © Siemens 2024 | Siemens Digital Industries Software</a:t>
            </a:r>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4400" y="6364800"/>
            <a:ext cx="1512000" cy="240408"/>
          </a:xfrm>
          <a:prstGeom prst="rect">
            <a:avLst/>
          </a:prstGeom>
        </p:spPr>
      </p:pic>
      <p:grpSp>
        <p:nvGrpSpPr>
          <p:cNvPr id="7" name="Guides">
            <a:extLst>
              <a:ext uri="{FF2B5EF4-FFF2-40B4-BE49-F238E27FC236}">
                <a16:creationId xmlns:a16="http://schemas.microsoft.com/office/drawing/2014/main" id="{F79E4775-239E-A84F-845E-D235A3A59E1B}"/>
              </a:ext>
            </a:extLst>
          </p:cNvPr>
          <p:cNvGrpSpPr/>
          <p:nvPr userDrawn="1"/>
        </p:nvGrpSpPr>
        <p:grpSpPr>
          <a:xfrm>
            <a:off x="-218016" y="-216000"/>
            <a:ext cx="12630816" cy="7290000"/>
            <a:chOff x="-218016" y="-216000"/>
            <a:chExt cx="12630816" cy="7290000"/>
          </a:xfrm>
        </p:grpSpPr>
        <p:cxnSp>
          <p:nvCxnSpPr>
            <p:cNvPr id="8" name="Gerade Verbindung 2">
              <a:extLst>
                <a:ext uri="{FF2B5EF4-FFF2-40B4-BE49-F238E27FC236}">
                  <a16:creationId xmlns:a16="http://schemas.microsoft.com/office/drawing/2014/main" id="{435104E1-20CA-D04D-B5A3-BD258708C6D6}"/>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35">
              <a:extLst>
                <a:ext uri="{FF2B5EF4-FFF2-40B4-BE49-F238E27FC236}">
                  <a16:creationId xmlns:a16="http://schemas.microsoft.com/office/drawing/2014/main" id="{36BC61CF-6771-BC48-9F0B-8CC4E193F041}"/>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6">
              <a:extLst>
                <a:ext uri="{FF2B5EF4-FFF2-40B4-BE49-F238E27FC236}">
                  <a16:creationId xmlns:a16="http://schemas.microsoft.com/office/drawing/2014/main" id="{ADE2FC6A-B11B-2A41-9E89-DBE560DE1EDF}"/>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7">
              <a:extLst>
                <a:ext uri="{FF2B5EF4-FFF2-40B4-BE49-F238E27FC236}">
                  <a16:creationId xmlns:a16="http://schemas.microsoft.com/office/drawing/2014/main" id="{AD6F8205-6262-1442-85DA-F3A142E11662}"/>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8">
              <a:extLst>
                <a:ext uri="{FF2B5EF4-FFF2-40B4-BE49-F238E27FC236}">
                  <a16:creationId xmlns:a16="http://schemas.microsoft.com/office/drawing/2014/main" id="{2AF1C584-16E2-4B4B-92F0-190472A03592}"/>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9">
              <a:extLst>
                <a:ext uri="{FF2B5EF4-FFF2-40B4-BE49-F238E27FC236}">
                  <a16:creationId xmlns:a16="http://schemas.microsoft.com/office/drawing/2014/main" id="{E3A28370-AD1B-3D47-BA38-46BE96392B75}"/>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1">
              <a:extLst>
                <a:ext uri="{FF2B5EF4-FFF2-40B4-BE49-F238E27FC236}">
                  <a16:creationId xmlns:a16="http://schemas.microsoft.com/office/drawing/2014/main" id="{43454CC4-3CDE-E546-B65D-353F316CDAF3}"/>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2">
              <a:extLst>
                <a:ext uri="{FF2B5EF4-FFF2-40B4-BE49-F238E27FC236}">
                  <a16:creationId xmlns:a16="http://schemas.microsoft.com/office/drawing/2014/main" id="{ED9CD9BE-49DA-4840-98FB-5EBEDC449CF1}"/>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3">
              <a:extLst>
                <a:ext uri="{FF2B5EF4-FFF2-40B4-BE49-F238E27FC236}">
                  <a16:creationId xmlns:a16="http://schemas.microsoft.com/office/drawing/2014/main" id="{1DC9B90C-5777-4E44-B1A3-BC59812F6202}"/>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4">
              <a:extLst>
                <a:ext uri="{FF2B5EF4-FFF2-40B4-BE49-F238E27FC236}">
                  <a16:creationId xmlns:a16="http://schemas.microsoft.com/office/drawing/2014/main" id="{CB751049-808E-854B-A60C-568389B6DD24}"/>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1">
              <a:extLst>
                <a:ext uri="{FF2B5EF4-FFF2-40B4-BE49-F238E27FC236}">
                  <a16:creationId xmlns:a16="http://schemas.microsoft.com/office/drawing/2014/main" id="{A4F89BE9-D040-FD43-8641-5B54F5D6631A}"/>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2">
              <a:extLst>
                <a:ext uri="{FF2B5EF4-FFF2-40B4-BE49-F238E27FC236}">
                  <a16:creationId xmlns:a16="http://schemas.microsoft.com/office/drawing/2014/main" id="{C1CC7E88-8978-6B4F-B1D2-8E2C64131E15}"/>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3">
              <a:extLst>
                <a:ext uri="{FF2B5EF4-FFF2-40B4-BE49-F238E27FC236}">
                  <a16:creationId xmlns:a16="http://schemas.microsoft.com/office/drawing/2014/main" id="{E2A80A3F-78BA-3540-8809-6B4DE596277D}"/>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4">
              <a:extLst>
                <a:ext uri="{FF2B5EF4-FFF2-40B4-BE49-F238E27FC236}">
                  <a16:creationId xmlns:a16="http://schemas.microsoft.com/office/drawing/2014/main" id="{96DEC1E5-A393-1544-9AB2-3C719722E5A8}"/>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5">
              <a:extLst>
                <a:ext uri="{FF2B5EF4-FFF2-40B4-BE49-F238E27FC236}">
                  <a16:creationId xmlns:a16="http://schemas.microsoft.com/office/drawing/2014/main" id="{48ECE8D5-8C8D-3E43-9385-4587CF2AA2AE}"/>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6">
              <a:extLst>
                <a:ext uri="{FF2B5EF4-FFF2-40B4-BE49-F238E27FC236}">
                  <a16:creationId xmlns:a16="http://schemas.microsoft.com/office/drawing/2014/main" id="{FA540B43-8E64-1247-9616-2A32B31181F4}"/>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8">
              <a:extLst>
                <a:ext uri="{FF2B5EF4-FFF2-40B4-BE49-F238E27FC236}">
                  <a16:creationId xmlns:a16="http://schemas.microsoft.com/office/drawing/2014/main" id="{11069C9F-6D92-2444-B1E2-0787D4415E1A}"/>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9">
              <a:extLst>
                <a:ext uri="{FF2B5EF4-FFF2-40B4-BE49-F238E27FC236}">
                  <a16:creationId xmlns:a16="http://schemas.microsoft.com/office/drawing/2014/main" id="{C3CF25DD-CDCB-EA43-A568-C58D2AA263EC}"/>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0">
              <a:extLst>
                <a:ext uri="{FF2B5EF4-FFF2-40B4-BE49-F238E27FC236}">
                  <a16:creationId xmlns:a16="http://schemas.microsoft.com/office/drawing/2014/main" id="{D5B4F7B4-66A3-5B40-AD79-508452210EC0}"/>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1">
              <a:extLst>
                <a:ext uri="{FF2B5EF4-FFF2-40B4-BE49-F238E27FC236}">
                  <a16:creationId xmlns:a16="http://schemas.microsoft.com/office/drawing/2014/main" id="{F0AC01D0-DA1C-1F41-83AC-7F42128DBD3F}"/>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0830067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109">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icture dark 48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dirty="0"/>
              <a:t>Click to edit </a:t>
            </a:r>
            <a:br>
              <a:rPr lang="en-US" dirty="0"/>
            </a:br>
            <a:r>
              <a:rPr lang="en-US" dirty="0"/>
              <a:t>Master title style 48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2024 | Siemens Digital Industries Software</a:t>
            </a:r>
            <a:endParaRPr lang="en-US" dirty="0"/>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grpSp>
        <p:nvGrpSpPr>
          <p:cNvPr id="9" name="Gruppieren 3">
            <a:extLst>
              <a:ext uri="{FF2B5EF4-FFF2-40B4-BE49-F238E27FC236}">
                <a16:creationId xmlns:a16="http://schemas.microsoft.com/office/drawing/2014/main" id="{5D30B7E0-C85E-6343-8944-7F90B99F2CE0}"/>
              </a:ext>
            </a:extLst>
          </p:cNvPr>
          <p:cNvGrpSpPr/>
          <p:nvPr userDrawn="1"/>
        </p:nvGrpSpPr>
        <p:grpSpPr>
          <a:xfrm>
            <a:off x="-218016" y="-216000"/>
            <a:ext cx="12630816" cy="7290000"/>
            <a:chOff x="-218016" y="-216000"/>
            <a:chExt cx="12630816" cy="7290000"/>
          </a:xfrm>
        </p:grpSpPr>
        <p:cxnSp>
          <p:nvCxnSpPr>
            <p:cNvPr id="10" name="Gerade Verbindung 2">
              <a:extLst>
                <a:ext uri="{FF2B5EF4-FFF2-40B4-BE49-F238E27FC236}">
                  <a16:creationId xmlns:a16="http://schemas.microsoft.com/office/drawing/2014/main" id="{F705732E-D79D-4A4F-82DB-67CEA9D03383}"/>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5">
              <a:extLst>
                <a:ext uri="{FF2B5EF4-FFF2-40B4-BE49-F238E27FC236}">
                  <a16:creationId xmlns:a16="http://schemas.microsoft.com/office/drawing/2014/main" id="{01FA6CCA-6D59-4B4B-8335-87F158D36616}"/>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6">
              <a:extLst>
                <a:ext uri="{FF2B5EF4-FFF2-40B4-BE49-F238E27FC236}">
                  <a16:creationId xmlns:a16="http://schemas.microsoft.com/office/drawing/2014/main" id="{DE1BF37B-9892-B040-8DE8-EA304F744305}"/>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7">
              <a:extLst>
                <a:ext uri="{FF2B5EF4-FFF2-40B4-BE49-F238E27FC236}">
                  <a16:creationId xmlns:a16="http://schemas.microsoft.com/office/drawing/2014/main" id="{060DDA3E-B1B8-C446-86F9-F130E869C8CC}"/>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8">
              <a:extLst>
                <a:ext uri="{FF2B5EF4-FFF2-40B4-BE49-F238E27FC236}">
                  <a16:creationId xmlns:a16="http://schemas.microsoft.com/office/drawing/2014/main" id="{42EC57E9-7B35-3741-8588-A05DDAC5C98B}"/>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9">
              <a:extLst>
                <a:ext uri="{FF2B5EF4-FFF2-40B4-BE49-F238E27FC236}">
                  <a16:creationId xmlns:a16="http://schemas.microsoft.com/office/drawing/2014/main" id="{260F2B5B-238A-6A40-8E9B-45EC6A84F817}"/>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1">
              <a:extLst>
                <a:ext uri="{FF2B5EF4-FFF2-40B4-BE49-F238E27FC236}">
                  <a16:creationId xmlns:a16="http://schemas.microsoft.com/office/drawing/2014/main" id="{B3A88516-B767-8141-9598-4B23AAC49FE3}"/>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2">
              <a:extLst>
                <a:ext uri="{FF2B5EF4-FFF2-40B4-BE49-F238E27FC236}">
                  <a16:creationId xmlns:a16="http://schemas.microsoft.com/office/drawing/2014/main" id="{FC54BFC2-D830-8E40-BEF9-EFB21E87AF12}"/>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3">
              <a:extLst>
                <a:ext uri="{FF2B5EF4-FFF2-40B4-BE49-F238E27FC236}">
                  <a16:creationId xmlns:a16="http://schemas.microsoft.com/office/drawing/2014/main" id="{32789D0A-E6DD-404C-971A-120E4AF8D355}"/>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4">
              <a:extLst>
                <a:ext uri="{FF2B5EF4-FFF2-40B4-BE49-F238E27FC236}">
                  <a16:creationId xmlns:a16="http://schemas.microsoft.com/office/drawing/2014/main" id="{2459A730-5723-894A-8BDA-96768FFECF93}"/>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1">
              <a:extLst>
                <a:ext uri="{FF2B5EF4-FFF2-40B4-BE49-F238E27FC236}">
                  <a16:creationId xmlns:a16="http://schemas.microsoft.com/office/drawing/2014/main" id="{F9590959-0A34-394F-99A2-898EFFC730C9}"/>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2">
              <a:extLst>
                <a:ext uri="{FF2B5EF4-FFF2-40B4-BE49-F238E27FC236}">
                  <a16:creationId xmlns:a16="http://schemas.microsoft.com/office/drawing/2014/main" id="{A99E8866-0E23-D841-BA58-999CCF3195E4}"/>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3">
              <a:extLst>
                <a:ext uri="{FF2B5EF4-FFF2-40B4-BE49-F238E27FC236}">
                  <a16:creationId xmlns:a16="http://schemas.microsoft.com/office/drawing/2014/main" id="{2AA76DB6-0211-AB42-A84E-26B86866ECD7}"/>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4">
              <a:extLst>
                <a:ext uri="{FF2B5EF4-FFF2-40B4-BE49-F238E27FC236}">
                  <a16:creationId xmlns:a16="http://schemas.microsoft.com/office/drawing/2014/main" id="{0E1812C7-0AD1-D84C-97F8-4D5E6F7DE0F2}"/>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5">
              <a:extLst>
                <a:ext uri="{FF2B5EF4-FFF2-40B4-BE49-F238E27FC236}">
                  <a16:creationId xmlns:a16="http://schemas.microsoft.com/office/drawing/2014/main" id="{E7FE5640-3A2B-BF44-B165-1C2CF46ECB2E}"/>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6">
              <a:extLst>
                <a:ext uri="{FF2B5EF4-FFF2-40B4-BE49-F238E27FC236}">
                  <a16:creationId xmlns:a16="http://schemas.microsoft.com/office/drawing/2014/main" id="{966A8BEB-0E3A-5A4D-BD6F-528214AF1B28}"/>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8">
              <a:extLst>
                <a:ext uri="{FF2B5EF4-FFF2-40B4-BE49-F238E27FC236}">
                  <a16:creationId xmlns:a16="http://schemas.microsoft.com/office/drawing/2014/main" id="{2D75810E-B376-D24D-97AC-17F279F9BFB7}"/>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9">
              <a:extLst>
                <a:ext uri="{FF2B5EF4-FFF2-40B4-BE49-F238E27FC236}">
                  <a16:creationId xmlns:a16="http://schemas.microsoft.com/office/drawing/2014/main" id="{EC8BCC0A-86D7-7743-B0DE-6EE7746FFAC8}"/>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0">
              <a:extLst>
                <a:ext uri="{FF2B5EF4-FFF2-40B4-BE49-F238E27FC236}">
                  <a16:creationId xmlns:a16="http://schemas.microsoft.com/office/drawing/2014/main" id="{9D08D5ED-5ED5-494E-A99D-4F64ADE315B6}"/>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1">
              <a:extLst>
                <a:ext uri="{FF2B5EF4-FFF2-40B4-BE49-F238E27FC236}">
                  <a16:creationId xmlns:a16="http://schemas.microsoft.com/office/drawing/2014/main" id="{5E9CD1B1-1E44-C642-90E9-70693D84761D}"/>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7803011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6109">
          <p15:clr>
            <a:srgbClr val="65CEFF"/>
          </p15:clr>
        </p15:guide>
        <p15:guide id="3" pos="7416">
          <p15:clr>
            <a:srgbClr val="65CEFF"/>
          </p15:clr>
        </p15:guide>
        <p15:guide id="4" orient="horz" pos="2206">
          <p15:clr>
            <a:srgbClr val="65CEFF"/>
          </p15:clr>
        </p15:guide>
        <p15:guide id="6" orient="horz" pos="4157">
          <p15:clr>
            <a:srgbClr val="65CE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icture dark 40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2024 | Siemens Digital Industries Software</a:t>
            </a:r>
            <a:endParaRPr lang="en-US" dirty="0"/>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grpSp>
        <p:nvGrpSpPr>
          <p:cNvPr id="9" name="Gruppieren 3">
            <a:extLst>
              <a:ext uri="{FF2B5EF4-FFF2-40B4-BE49-F238E27FC236}">
                <a16:creationId xmlns:a16="http://schemas.microsoft.com/office/drawing/2014/main" id="{56AAC322-A587-0D44-9CDC-7DA011D994FD}"/>
              </a:ext>
            </a:extLst>
          </p:cNvPr>
          <p:cNvGrpSpPr/>
          <p:nvPr userDrawn="1"/>
        </p:nvGrpSpPr>
        <p:grpSpPr>
          <a:xfrm>
            <a:off x="-218016" y="-216000"/>
            <a:ext cx="12630816" cy="7290000"/>
            <a:chOff x="-218016" y="-216000"/>
            <a:chExt cx="12630816" cy="7290000"/>
          </a:xfrm>
        </p:grpSpPr>
        <p:cxnSp>
          <p:nvCxnSpPr>
            <p:cNvPr id="10" name="Gerade Verbindung 2">
              <a:extLst>
                <a:ext uri="{FF2B5EF4-FFF2-40B4-BE49-F238E27FC236}">
                  <a16:creationId xmlns:a16="http://schemas.microsoft.com/office/drawing/2014/main" id="{CC8EC03B-39C5-0E45-AD0F-DE2479FFECB9}"/>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5">
              <a:extLst>
                <a:ext uri="{FF2B5EF4-FFF2-40B4-BE49-F238E27FC236}">
                  <a16:creationId xmlns:a16="http://schemas.microsoft.com/office/drawing/2014/main" id="{A5B8C075-D469-5945-8A81-FECAB28B4205}"/>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6">
              <a:extLst>
                <a:ext uri="{FF2B5EF4-FFF2-40B4-BE49-F238E27FC236}">
                  <a16:creationId xmlns:a16="http://schemas.microsoft.com/office/drawing/2014/main" id="{9E6D37D9-3301-F54F-9272-9D252A6EC58C}"/>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7">
              <a:extLst>
                <a:ext uri="{FF2B5EF4-FFF2-40B4-BE49-F238E27FC236}">
                  <a16:creationId xmlns:a16="http://schemas.microsoft.com/office/drawing/2014/main" id="{595EA0FA-9501-B547-8135-2C3BC9966CA4}"/>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8">
              <a:extLst>
                <a:ext uri="{FF2B5EF4-FFF2-40B4-BE49-F238E27FC236}">
                  <a16:creationId xmlns:a16="http://schemas.microsoft.com/office/drawing/2014/main" id="{11D6F0E7-49AB-0E44-A424-AE9E809C800E}"/>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9">
              <a:extLst>
                <a:ext uri="{FF2B5EF4-FFF2-40B4-BE49-F238E27FC236}">
                  <a16:creationId xmlns:a16="http://schemas.microsoft.com/office/drawing/2014/main" id="{B8241830-918C-D640-9D55-215C3DE4BED6}"/>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1">
              <a:extLst>
                <a:ext uri="{FF2B5EF4-FFF2-40B4-BE49-F238E27FC236}">
                  <a16:creationId xmlns:a16="http://schemas.microsoft.com/office/drawing/2014/main" id="{1968923F-80FF-8A45-A7BA-12B93FD3E61A}"/>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2">
              <a:extLst>
                <a:ext uri="{FF2B5EF4-FFF2-40B4-BE49-F238E27FC236}">
                  <a16:creationId xmlns:a16="http://schemas.microsoft.com/office/drawing/2014/main" id="{9120F0CB-3F89-FD48-8828-371EFE6E64A5}"/>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3">
              <a:extLst>
                <a:ext uri="{FF2B5EF4-FFF2-40B4-BE49-F238E27FC236}">
                  <a16:creationId xmlns:a16="http://schemas.microsoft.com/office/drawing/2014/main" id="{AE5F0138-FE18-2447-9206-3096D156DCA7}"/>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4">
              <a:extLst>
                <a:ext uri="{FF2B5EF4-FFF2-40B4-BE49-F238E27FC236}">
                  <a16:creationId xmlns:a16="http://schemas.microsoft.com/office/drawing/2014/main" id="{83C7C61E-04DA-5549-B482-33FC7E0BDEF5}"/>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1">
              <a:extLst>
                <a:ext uri="{FF2B5EF4-FFF2-40B4-BE49-F238E27FC236}">
                  <a16:creationId xmlns:a16="http://schemas.microsoft.com/office/drawing/2014/main" id="{FA4769DE-B43A-964E-BFA9-FFA182F859A9}"/>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2">
              <a:extLst>
                <a:ext uri="{FF2B5EF4-FFF2-40B4-BE49-F238E27FC236}">
                  <a16:creationId xmlns:a16="http://schemas.microsoft.com/office/drawing/2014/main" id="{91E17DAC-840F-CE4F-93D6-9BD633AB24FA}"/>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3">
              <a:extLst>
                <a:ext uri="{FF2B5EF4-FFF2-40B4-BE49-F238E27FC236}">
                  <a16:creationId xmlns:a16="http://schemas.microsoft.com/office/drawing/2014/main" id="{075373C4-4D07-E84D-BA6C-1B009B58C60F}"/>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4">
              <a:extLst>
                <a:ext uri="{FF2B5EF4-FFF2-40B4-BE49-F238E27FC236}">
                  <a16:creationId xmlns:a16="http://schemas.microsoft.com/office/drawing/2014/main" id="{491EE608-7320-F042-856E-432165CE7594}"/>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5">
              <a:extLst>
                <a:ext uri="{FF2B5EF4-FFF2-40B4-BE49-F238E27FC236}">
                  <a16:creationId xmlns:a16="http://schemas.microsoft.com/office/drawing/2014/main" id="{46F3B282-50D5-114A-81CE-18E1B86FAFA7}"/>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6">
              <a:extLst>
                <a:ext uri="{FF2B5EF4-FFF2-40B4-BE49-F238E27FC236}">
                  <a16:creationId xmlns:a16="http://schemas.microsoft.com/office/drawing/2014/main" id="{3D183DD2-9850-F84D-A98F-EABE4BCEED5C}"/>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8">
              <a:extLst>
                <a:ext uri="{FF2B5EF4-FFF2-40B4-BE49-F238E27FC236}">
                  <a16:creationId xmlns:a16="http://schemas.microsoft.com/office/drawing/2014/main" id="{CCD88A22-6F41-C44E-8743-8B6862A5793B}"/>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9">
              <a:extLst>
                <a:ext uri="{FF2B5EF4-FFF2-40B4-BE49-F238E27FC236}">
                  <a16:creationId xmlns:a16="http://schemas.microsoft.com/office/drawing/2014/main" id="{EC234909-56D8-D848-B9F0-3A5FD9C95AC1}"/>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0">
              <a:extLst>
                <a:ext uri="{FF2B5EF4-FFF2-40B4-BE49-F238E27FC236}">
                  <a16:creationId xmlns:a16="http://schemas.microsoft.com/office/drawing/2014/main" id="{3B01C128-FD60-F642-BEC5-B533A2278417}"/>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1">
              <a:extLst>
                <a:ext uri="{FF2B5EF4-FFF2-40B4-BE49-F238E27FC236}">
                  <a16:creationId xmlns:a16="http://schemas.microsoft.com/office/drawing/2014/main" id="{25F553AF-29EC-E14F-B878-AF579864F84D}"/>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512460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6109">
          <p15:clr>
            <a:srgbClr val="65CEFF"/>
          </p15:clr>
        </p15:guide>
        <p15:guide id="4" orient="horz" pos="2206">
          <p15:clr>
            <a:srgbClr val="65CEFF"/>
          </p15:clr>
        </p15:guide>
        <p15:guide id="6" orient="horz" pos="4157">
          <p15:clr>
            <a:srgbClr val="65CE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dark 36pt">
    <p:bg>
      <p:bgRef idx="1001">
        <a:schemeClr val="bg2"/>
      </p:bgRef>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dirty="0"/>
              <a:t>Click to edit </a:t>
            </a:r>
            <a:br>
              <a:rPr lang="en-US" dirty="0"/>
            </a:br>
            <a:r>
              <a:rPr lang="en-US" dirty="0"/>
              <a:t>Master title style </a:t>
            </a:r>
            <a:br>
              <a:rPr lang="en-US" dirty="0"/>
            </a:br>
            <a:r>
              <a:rPr lang="en-US" dirty="0"/>
              <a:t>36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2024 | Siemens Digital Industries Software</a:t>
            </a:r>
            <a:endParaRPr lang="en-US" dirty="0"/>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grpSp>
        <p:nvGrpSpPr>
          <p:cNvPr id="9" name="Gruppieren 3">
            <a:extLst>
              <a:ext uri="{FF2B5EF4-FFF2-40B4-BE49-F238E27FC236}">
                <a16:creationId xmlns:a16="http://schemas.microsoft.com/office/drawing/2014/main" id="{A77AF10F-158F-C346-8747-EDFC2E4DFC9B}"/>
              </a:ext>
            </a:extLst>
          </p:cNvPr>
          <p:cNvGrpSpPr/>
          <p:nvPr userDrawn="1"/>
        </p:nvGrpSpPr>
        <p:grpSpPr>
          <a:xfrm>
            <a:off x="-218016" y="-216000"/>
            <a:ext cx="12630816" cy="7290000"/>
            <a:chOff x="-218016" y="-216000"/>
            <a:chExt cx="12630816" cy="7290000"/>
          </a:xfrm>
        </p:grpSpPr>
        <p:cxnSp>
          <p:nvCxnSpPr>
            <p:cNvPr id="10" name="Gerade Verbindung 2">
              <a:extLst>
                <a:ext uri="{FF2B5EF4-FFF2-40B4-BE49-F238E27FC236}">
                  <a16:creationId xmlns:a16="http://schemas.microsoft.com/office/drawing/2014/main" id="{F446DFDC-9BF0-0F43-B562-CC194FAEC48A}"/>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5">
              <a:extLst>
                <a:ext uri="{FF2B5EF4-FFF2-40B4-BE49-F238E27FC236}">
                  <a16:creationId xmlns:a16="http://schemas.microsoft.com/office/drawing/2014/main" id="{13731EA9-2529-FA49-951E-5D8EC2A94A39}"/>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6">
              <a:extLst>
                <a:ext uri="{FF2B5EF4-FFF2-40B4-BE49-F238E27FC236}">
                  <a16:creationId xmlns:a16="http://schemas.microsoft.com/office/drawing/2014/main" id="{2D5134B1-7FD9-6145-A059-C1B164ABAE4B}"/>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7">
              <a:extLst>
                <a:ext uri="{FF2B5EF4-FFF2-40B4-BE49-F238E27FC236}">
                  <a16:creationId xmlns:a16="http://schemas.microsoft.com/office/drawing/2014/main" id="{DD698EC2-9B0A-224F-9101-4F08D6CD4A1E}"/>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8">
              <a:extLst>
                <a:ext uri="{FF2B5EF4-FFF2-40B4-BE49-F238E27FC236}">
                  <a16:creationId xmlns:a16="http://schemas.microsoft.com/office/drawing/2014/main" id="{C3196EE8-C18D-0F43-A47C-966F09342A63}"/>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9">
              <a:extLst>
                <a:ext uri="{FF2B5EF4-FFF2-40B4-BE49-F238E27FC236}">
                  <a16:creationId xmlns:a16="http://schemas.microsoft.com/office/drawing/2014/main" id="{0579804E-299D-C34D-A7C4-87A0C3B6EB1F}"/>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1">
              <a:extLst>
                <a:ext uri="{FF2B5EF4-FFF2-40B4-BE49-F238E27FC236}">
                  <a16:creationId xmlns:a16="http://schemas.microsoft.com/office/drawing/2014/main" id="{9C106911-B1D8-D940-A775-582CAE9EF475}"/>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2">
              <a:extLst>
                <a:ext uri="{FF2B5EF4-FFF2-40B4-BE49-F238E27FC236}">
                  <a16:creationId xmlns:a16="http://schemas.microsoft.com/office/drawing/2014/main" id="{31421553-45B9-9346-AECF-97332F93FEFF}"/>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3">
              <a:extLst>
                <a:ext uri="{FF2B5EF4-FFF2-40B4-BE49-F238E27FC236}">
                  <a16:creationId xmlns:a16="http://schemas.microsoft.com/office/drawing/2014/main" id="{AC464758-6ED1-2F46-B184-EB1B4EC92079}"/>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4">
              <a:extLst>
                <a:ext uri="{FF2B5EF4-FFF2-40B4-BE49-F238E27FC236}">
                  <a16:creationId xmlns:a16="http://schemas.microsoft.com/office/drawing/2014/main" id="{FDF93D31-DFCC-E24C-B684-3B5DFD7007E5}"/>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1">
              <a:extLst>
                <a:ext uri="{FF2B5EF4-FFF2-40B4-BE49-F238E27FC236}">
                  <a16:creationId xmlns:a16="http://schemas.microsoft.com/office/drawing/2014/main" id="{7F0E7E74-1E06-6D46-A071-68A6F2485B8D}"/>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2">
              <a:extLst>
                <a:ext uri="{FF2B5EF4-FFF2-40B4-BE49-F238E27FC236}">
                  <a16:creationId xmlns:a16="http://schemas.microsoft.com/office/drawing/2014/main" id="{3E21427B-C7C7-9649-8D89-24F47E7DF649}"/>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3">
              <a:extLst>
                <a:ext uri="{FF2B5EF4-FFF2-40B4-BE49-F238E27FC236}">
                  <a16:creationId xmlns:a16="http://schemas.microsoft.com/office/drawing/2014/main" id="{7F04AFE7-1B1E-DC4A-A910-774D13684159}"/>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4">
              <a:extLst>
                <a:ext uri="{FF2B5EF4-FFF2-40B4-BE49-F238E27FC236}">
                  <a16:creationId xmlns:a16="http://schemas.microsoft.com/office/drawing/2014/main" id="{333F937F-3713-B640-AA0F-D52F3C98276A}"/>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5">
              <a:extLst>
                <a:ext uri="{FF2B5EF4-FFF2-40B4-BE49-F238E27FC236}">
                  <a16:creationId xmlns:a16="http://schemas.microsoft.com/office/drawing/2014/main" id="{F4CAB2CF-1385-1747-A421-64EFDE105D6F}"/>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6">
              <a:extLst>
                <a:ext uri="{FF2B5EF4-FFF2-40B4-BE49-F238E27FC236}">
                  <a16:creationId xmlns:a16="http://schemas.microsoft.com/office/drawing/2014/main" id="{12C032E3-AC49-D14E-AE86-1BC17F89D5D5}"/>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8">
              <a:extLst>
                <a:ext uri="{FF2B5EF4-FFF2-40B4-BE49-F238E27FC236}">
                  <a16:creationId xmlns:a16="http://schemas.microsoft.com/office/drawing/2014/main" id="{976F9622-66FB-F641-97A6-87F7321065CD}"/>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9">
              <a:extLst>
                <a:ext uri="{FF2B5EF4-FFF2-40B4-BE49-F238E27FC236}">
                  <a16:creationId xmlns:a16="http://schemas.microsoft.com/office/drawing/2014/main" id="{9799DA12-6AB1-6B4E-B08B-036934F7A175}"/>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0">
              <a:extLst>
                <a:ext uri="{FF2B5EF4-FFF2-40B4-BE49-F238E27FC236}">
                  <a16:creationId xmlns:a16="http://schemas.microsoft.com/office/drawing/2014/main" id="{1B5A50F5-A2BF-AF48-A483-E6F72318BA74}"/>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1">
              <a:extLst>
                <a:ext uri="{FF2B5EF4-FFF2-40B4-BE49-F238E27FC236}">
                  <a16:creationId xmlns:a16="http://schemas.microsoft.com/office/drawing/2014/main" id="{183DBE8E-3651-3A4A-8CDB-685DD0E66BC1}"/>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2395471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6109">
          <p15:clr>
            <a:srgbClr val="65CEFF"/>
          </p15:clr>
        </p15:guide>
        <p15:guide id="4" orient="horz" pos="2206">
          <p15:clr>
            <a:srgbClr val="65CEFF"/>
          </p15:clr>
        </p15:guide>
        <p15:guide id="6" orient="horz" pos="4157">
          <p15:clr>
            <a:srgbClr val="65CE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en-US" dirty="0"/>
              <a:t>Click to edit </a:t>
            </a:r>
            <a:br>
              <a:rPr lang="en-US" dirty="0"/>
            </a:br>
            <a:r>
              <a:rPr lang="en-US" dirty="0"/>
              <a:t>Master title style 48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en-US" dirty="0"/>
              <a:t>Subhead for headline size 48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2024 | Siemens Digital Industries Software</a:t>
            </a:r>
            <a:endParaRPr lang="en-US" dirty="0"/>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grpSp>
        <p:nvGrpSpPr>
          <p:cNvPr id="9" name="Gruppieren 3">
            <a:extLst>
              <a:ext uri="{FF2B5EF4-FFF2-40B4-BE49-F238E27FC236}">
                <a16:creationId xmlns:a16="http://schemas.microsoft.com/office/drawing/2014/main" id="{CDBB2564-1FAE-904D-9067-E0C17DC1B4DF}"/>
              </a:ext>
            </a:extLst>
          </p:cNvPr>
          <p:cNvGrpSpPr/>
          <p:nvPr userDrawn="1"/>
        </p:nvGrpSpPr>
        <p:grpSpPr>
          <a:xfrm>
            <a:off x="-218016" y="-216000"/>
            <a:ext cx="12630816" cy="7290000"/>
            <a:chOff x="-218016" y="-216000"/>
            <a:chExt cx="12630816" cy="7290000"/>
          </a:xfrm>
        </p:grpSpPr>
        <p:cxnSp>
          <p:nvCxnSpPr>
            <p:cNvPr id="10" name="Gerade Verbindung 2">
              <a:extLst>
                <a:ext uri="{FF2B5EF4-FFF2-40B4-BE49-F238E27FC236}">
                  <a16:creationId xmlns:a16="http://schemas.microsoft.com/office/drawing/2014/main" id="{6BEB21D0-EF3E-D845-B9EB-F58AFF13BB20}"/>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5">
              <a:extLst>
                <a:ext uri="{FF2B5EF4-FFF2-40B4-BE49-F238E27FC236}">
                  <a16:creationId xmlns:a16="http://schemas.microsoft.com/office/drawing/2014/main" id="{60736A09-34A5-BE44-822D-78090BD7F742}"/>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6">
              <a:extLst>
                <a:ext uri="{FF2B5EF4-FFF2-40B4-BE49-F238E27FC236}">
                  <a16:creationId xmlns:a16="http://schemas.microsoft.com/office/drawing/2014/main" id="{DEA230E7-ADB1-E141-BC7D-DA43445D39D5}"/>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7">
              <a:extLst>
                <a:ext uri="{FF2B5EF4-FFF2-40B4-BE49-F238E27FC236}">
                  <a16:creationId xmlns:a16="http://schemas.microsoft.com/office/drawing/2014/main" id="{07884ECF-8B14-F54A-BA06-DE345EECE33F}"/>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8">
              <a:extLst>
                <a:ext uri="{FF2B5EF4-FFF2-40B4-BE49-F238E27FC236}">
                  <a16:creationId xmlns:a16="http://schemas.microsoft.com/office/drawing/2014/main" id="{C263524C-1EF2-AE41-9C05-DA4D14288882}"/>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9">
              <a:extLst>
                <a:ext uri="{FF2B5EF4-FFF2-40B4-BE49-F238E27FC236}">
                  <a16:creationId xmlns:a16="http://schemas.microsoft.com/office/drawing/2014/main" id="{99344581-36D1-2745-86E9-7A3BC54C60BA}"/>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1">
              <a:extLst>
                <a:ext uri="{FF2B5EF4-FFF2-40B4-BE49-F238E27FC236}">
                  <a16:creationId xmlns:a16="http://schemas.microsoft.com/office/drawing/2014/main" id="{B850F3C4-908D-2B42-801B-922F760EEE59}"/>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2">
              <a:extLst>
                <a:ext uri="{FF2B5EF4-FFF2-40B4-BE49-F238E27FC236}">
                  <a16:creationId xmlns:a16="http://schemas.microsoft.com/office/drawing/2014/main" id="{F82E916D-0833-EE4A-982B-61CEED6FD2F5}"/>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3">
              <a:extLst>
                <a:ext uri="{FF2B5EF4-FFF2-40B4-BE49-F238E27FC236}">
                  <a16:creationId xmlns:a16="http://schemas.microsoft.com/office/drawing/2014/main" id="{5050A37F-AA5F-2D48-A115-B66B562B3DE8}"/>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4">
              <a:extLst>
                <a:ext uri="{FF2B5EF4-FFF2-40B4-BE49-F238E27FC236}">
                  <a16:creationId xmlns:a16="http://schemas.microsoft.com/office/drawing/2014/main" id="{6742B941-5584-8D43-AA2B-23C57A2C43FB}"/>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1">
              <a:extLst>
                <a:ext uri="{FF2B5EF4-FFF2-40B4-BE49-F238E27FC236}">
                  <a16:creationId xmlns:a16="http://schemas.microsoft.com/office/drawing/2014/main" id="{8D5BAA46-C3E0-A74D-909A-E80576BB21C7}"/>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2">
              <a:extLst>
                <a:ext uri="{FF2B5EF4-FFF2-40B4-BE49-F238E27FC236}">
                  <a16:creationId xmlns:a16="http://schemas.microsoft.com/office/drawing/2014/main" id="{2BD45C55-0431-1E42-AE88-CC7CF1B544F4}"/>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3">
              <a:extLst>
                <a:ext uri="{FF2B5EF4-FFF2-40B4-BE49-F238E27FC236}">
                  <a16:creationId xmlns:a16="http://schemas.microsoft.com/office/drawing/2014/main" id="{E606A71A-ACA6-7447-9040-3327E5398D5E}"/>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4">
              <a:extLst>
                <a:ext uri="{FF2B5EF4-FFF2-40B4-BE49-F238E27FC236}">
                  <a16:creationId xmlns:a16="http://schemas.microsoft.com/office/drawing/2014/main" id="{6ED70D24-5B20-D44D-9C13-F9EF46D9531E}"/>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5">
              <a:extLst>
                <a:ext uri="{FF2B5EF4-FFF2-40B4-BE49-F238E27FC236}">
                  <a16:creationId xmlns:a16="http://schemas.microsoft.com/office/drawing/2014/main" id="{86A66190-91BD-2B47-98C0-A85F25684F87}"/>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6">
              <a:extLst>
                <a:ext uri="{FF2B5EF4-FFF2-40B4-BE49-F238E27FC236}">
                  <a16:creationId xmlns:a16="http://schemas.microsoft.com/office/drawing/2014/main" id="{07E7EF01-3461-6F48-8ED3-9A2BE04294CC}"/>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8">
              <a:extLst>
                <a:ext uri="{FF2B5EF4-FFF2-40B4-BE49-F238E27FC236}">
                  <a16:creationId xmlns:a16="http://schemas.microsoft.com/office/drawing/2014/main" id="{ADCDCFD7-560D-F146-8301-79D7B6F2B4DA}"/>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9">
              <a:extLst>
                <a:ext uri="{FF2B5EF4-FFF2-40B4-BE49-F238E27FC236}">
                  <a16:creationId xmlns:a16="http://schemas.microsoft.com/office/drawing/2014/main" id="{552E3AE9-5ECC-CA49-95B0-973875A548ED}"/>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0">
              <a:extLst>
                <a:ext uri="{FF2B5EF4-FFF2-40B4-BE49-F238E27FC236}">
                  <a16:creationId xmlns:a16="http://schemas.microsoft.com/office/drawing/2014/main" id="{1FC166F5-E82C-554C-B84F-5B1878744729}"/>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1">
              <a:extLst>
                <a:ext uri="{FF2B5EF4-FFF2-40B4-BE49-F238E27FC236}">
                  <a16:creationId xmlns:a16="http://schemas.microsoft.com/office/drawing/2014/main" id="{7434A299-AF03-374E-91F6-8D7C38890873}"/>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4569206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6109">
          <p15:clr>
            <a:srgbClr val="65CEFF"/>
          </p15:clr>
        </p15:guide>
        <p15:guide id="4" orient="horz" pos="2206">
          <p15:clr>
            <a:srgbClr val="65CEFF"/>
          </p15:clr>
        </p15:guide>
        <p15:guide id="6" orient="horz" pos="4157">
          <p15:clr>
            <a:srgbClr val="65CE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picture Gradient 40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231106"/>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011106"/>
            <a:ext cx="9288000" cy="1156332"/>
          </a:xfrm>
          <a:prstGeom prst="rect">
            <a:avLst/>
          </a:prstGeom>
        </p:spPr>
        <p:txBody>
          <a:bodyPr lIns="0" tIns="252000">
            <a:noAutofit/>
          </a:bodyPr>
          <a:lstStyle>
            <a:lvl1pPr marL="0" indent="0" algn="l">
              <a:spcAft>
                <a:spcPts val="300"/>
              </a:spcAft>
              <a:buNone/>
              <a:defRPr sz="16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40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2024 | Siemens Digital Industries Software</a:t>
            </a:r>
            <a:endParaRPr lang="en-US" dirty="0"/>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grpSp>
        <p:nvGrpSpPr>
          <p:cNvPr id="9" name="Gruppieren 3">
            <a:extLst>
              <a:ext uri="{FF2B5EF4-FFF2-40B4-BE49-F238E27FC236}">
                <a16:creationId xmlns:a16="http://schemas.microsoft.com/office/drawing/2014/main" id="{EB0229AE-A0A0-CB4C-BC48-6969992344AB}"/>
              </a:ext>
            </a:extLst>
          </p:cNvPr>
          <p:cNvGrpSpPr/>
          <p:nvPr userDrawn="1"/>
        </p:nvGrpSpPr>
        <p:grpSpPr>
          <a:xfrm>
            <a:off x="-218016" y="-216000"/>
            <a:ext cx="12630816" cy="7290000"/>
            <a:chOff x="-218016" y="-216000"/>
            <a:chExt cx="12630816" cy="7290000"/>
          </a:xfrm>
        </p:grpSpPr>
        <p:cxnSp>
          <p:nvCxnSpPr>
            <p:cNvPr id="10" name="Gerade Verbindung 2">
              <a:extLst>
                <a:ext uri="{FF2B5EF4-FFF2-40B4-BE49-F238E27FC236}">
                  <a16:creationId xmlns:a16="http://schemas.microsoft.com/office/drawing/2014/main" id="{18C65F01-37EF-D140-B2F2-407856C77286}"/>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5">
              <a:extLst>
                <a:ext uri="{FF2B5EF4-FFF2-40B4-BE49-F238E27FC236}">
                  <a16:creationId xmlns:a16="http://schemas.microsoft.com/office/drawing/2014/main" id="{A4227ACB-6AE0-034D-A89C-76CAAC4D9691}"/>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6">
              <a:extLst>
                <a:ext uri="{FF2B5EF4-FFF2-40B4-BE49-F238E27FC236}">
                  <a16:creationId xmlns:a16="http://schemas.microsoft.com/office/drawing/2014/main" id="{9466A4D8-DA55-4247-9B68-DB81ECCACE20}"/>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7">
              <a:extLst>
                <a:ext uri="{FF2B5EF4-FFF2-40B4-BE49-F238E27FC236}">
                  <a16:creationId xmlns:a16="http://schemas.microsoft.com/office/drawing/2014/main" id="{B30F1561-A307-2741-A027-37F5110EE56A}"/>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8">
              <a:extLst>
                <a:ext uri="{FF2B5EF4-FFF2-40B4-BE49-F238E27FC236}">
                  <a16:creationId xmlns:a16="http://schemas.microsoft.com/office/drawing/2014/main" id="{5E5BAC6B-779F-CD48-8952-18AFCAE522A0}"/>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9">
              <a:extLst>
                <a:ext uri="{FF2B5EF4-FFF2-40B4-BE49-F238E27FC236}">
                  <a16:creationId xmlns:a16="http://schemas.microsoft.com/office/drawing/2014/main" id="{AD81B65A-537E-8143-AF30-D943C9594DC5}"/>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1">
              <a:extLst>
                <a:ext uri="{FF2B5EF4-FFF2-40B4-BE49-F238E27FC236}">
                  <a16:creationId xmlns:a16="http://schemas.microsoft.com/office/drawing/2014/main" id="{BE0C7608-4AB2-7C44-8170-54EC88D82EA1}"/>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2">
              <a:extLst>
                <a:ext uri="{FF2B5EF4-FFF2-40B4-BE49-F238E27FC236}">
                  <a16:creationId xmlns:a16="http://schemas.microsoft.com/office/drawing/2014/main" id="{7AECEE15-AF70-BD49-9F30-501721A16EB3}"/>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3">
              <a:extLst>
                <a:ext uri="{FF2B5EF4-FFF2-40B4-BE49-F238E27FC236}">
                  <a16:creationId xmlns:a16="http://schemas.microsoft.com/office/drawing/2014/main" id="{8DBD2C83-E024-3348-9988-41F83CE81A8A}"/>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4">
              <a:extLst>
                <a:ext uri="{FF2B5EF4-FFF2-40B4-BE49-F238E27FC236}">
                  <a16:creationId xmlns:a16="http://schemas.microsoft.com/office/drawing/2014/main" id="{81264A0D-8138-DD43-8769-787FA4E3EAE3}"/>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1">
              <a:extLst>
                <a:ext uri="{FF2B5EF4-FFF2-40B4-BE49-F238E27FC236}">
                  <a16:creationId xmlns:a16="http://schemas.microsoft.com/office/drawing/2014/main" id="{3BE20A05-CD82-5944-B28C-EE0A685FD586}"/>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2">
              <a:extLst>
                <a:ext uri="{FF2B5EF4-FFF2-40B4-BE49-F238E27FC236}">
                  <a16:creationId xmlns:a16="http://schemas.microsoft.com/office/drawing/2014/main" id="{0C7DDD21-D3FE-C949-B655-B0A9B1DFE809}"/>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3">
              <a:extLst>
                <a:ext uri="{FF2B5EF4-FFF2-40B4-BE49-F238E27FC236}">
                  <a16:creationId xmlns:a16="http://schemas.microsoft.com/office/drawing/2014/main" id="{FC7BB3E8-A213-0446-9304-7A9B51BE3C6A}"/>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4">
              <a:extLst>
                <a:ext uri="{FF2B5EF4-FFF2-40B4-BE49-F238E27FC236}">
                  <a16:creationId xmlns:a16="http://schemas.microsoft.com/office/drawing/2014/main" id="{3B2DC09C-FDEC-B64A-A5F3-C29E62BAC91E}"/>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5">
              <a:extLst>
                <a:ext uri="{FF2B5EF4-FFF2-40B4-BE49-F238E27FC236}">
                  <a16:creationId xmlns:a16="http://schemas.microsoft.com/office/drawing/2014/main" id="{7FF0001D-2872-5744-9421-830967A21AFC}"/>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6">
              <a:extLst>
                <a:ext uri="{FF2B5EF4-FFF2-40B4-BE49-F238E27FC236}">
                  <a16:creationId xmlns:a16="http://schemas.microsoft.com/office/drawing/2014/main" id="{089131F7-8FE6-6546-B30C-5B9C39E1A213}"/>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8">
              <a:extLst>
                <a:ext uri="{FF2B5EF4-FFF2-40B4-BE49-F238E27FC236}">
                  <a16:creationId xmlns:a16="http://schemas.microsoft.com/office/drawing/2014/main" id="{AC8E0E8A-1E19-BB49-8311-E20DA72FF227}"/>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9">
              <a:extLst>
                <a:ext uri="{FF2B5EF4-FFF2-40B4-BE49-F238E27FC236}">
                  <a16:creationId xmlns:a16="http://schemas.microsoft.com/office/drawing/2014/main" id="{4586611B-DABA-474F-8041-50D4418E656D}"/>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0">
              <a:extLst>
                <a:ext uri="{FF2B5EF4-FFF2-40B4-BE49-F238E27FC236}">
                  <a16:creationId xmlns:a16="http://schemas.microsoft.com/office/drawing/2014/main" id="{DF2F26A7-88A6-8149-9C9D-F0F38764ECAE}"/>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1">
              <a:extLst>
                <a:ext uri="{FF2B5EF4-FFF2-40B4-BE49-F238E27FC236}">
                  <a16:creationId xmlns:a16="http://schemas.microsoft.com/office/drawing/2014/main" id="{75D05C79-E1A9-9341-A4C3-716EF4ED62CF}"/>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5944791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6109">
          <p15:clr>
            <a:srgbClr val="65CEFF"/>
          </p15:clr>
        </p15:guide>
        <p15:guide id="4" orient="horz" pos="2206">
          <p15:clr>
            <a:srgbClr val="65CEFF"/>
          </p15:clr>
        </p15:guide>
        <p15:guide id="6" orient="horz" pos="4157">
          <p15:clr>
            <a:srgbClr val="65CE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icture Gradient 36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en-US" noProof="0" dirty="0"/>
              <a:t>Title picture</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661993"/>
          </a:xfrm>
          <a:blipFill dpi="0"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1000" b="500"/>
            </a:stretch>
          </a:blipFill>
        </p:spPr>
        <p:txBody>
          <a:bodyPr rIns="0" bIns="0" anchor="t">
            <a:spAutoFit/>
          </a:bodyPr>
          <a:lstStyle>
            <a:lvl1pPr marL="252000">
              <a:lnSpc>
                <a:spcPct val="100000"/>
              </a:lnSpc>
              <a:defRPr sz="3600">
                <a:solidFill>
                  <a:schemeClr val="tx1"/>
                </a:solidFill>
              </a:defRPr>
            </a:lvl1pPr>
          </a:lstStyle>
          <a:p>
            <a:r>
              <a:rPr lang="en-US" dirty="0"/>
              <a:t>Click to edit </a:t>
            </a:r>
            <a:br>
              <a:rPr lang="en-US" dirty="0"/>
            </a:br>
            <a:r>
              <a:rPr lang="en-US" dirty="0"/>
              <a:t>Master title style </a:t>
            </a:r>
            <a:br>
              <a:rPr lang="en-US" dirty="0"/>
            </a:br>
            <a:r>
              <a:rPr lang="en-US" dirty="0"/>
              <a:t>36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441992"/>
            <a:ext cx="9288000" cy="725445"/>
          </a:xfrm>
          <a:prstGeom prst="rect">
            <a:avLst/>
          </a:prstGeom>
        </p:spPr>
        <p:txBody>
          <a:bodyPr lIns="0" tIns="252000">
            <a:noAutofit/>
          </a:bodyPr>
          <a:lstStyle>
            <a:lvl1pPr marL="0" indent="0" algn="l">
              <a:spcAft>
                <a:spcPts val="300"/>
              </a:spcAft>
              <a:buNone/>
              <a:defRPr sz="1400">
                <a:solidFill>
                  <a:schemeClr val="tx1"/>
                </a:solidFill>
              </a:defRPr>
            </a:lvl1pPr>
            <a:lvl2pPr marL="0" indent="0" algn="l">
              <a:spcAft>
                <a:spcPts val="300"/>
              </a:spcAft>
              <a:buNone/>
              <a:defRPr sz="14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pPr lvl="0"/>
            <a:r>
              <a:rPr lang="en-US" dirty="0"/>
              <a:t>Subhead for headline size 36 </a:t>
            </a:r>
            <a:r>
              <a:rPr lang="en-US" dirty="0" err="1"/>
              <a:t>pt</a:t>
            </a:r>
            <a:endParaRPr lang="en-US" dirty="0"/>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en-US"/>
              <a:t>Restricted | © Siemens 2024 | Siemens Digital Industries Software</a:t>
            </a:r>
            <a:endParaRPr lang="en-US" dirty="0"/>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grpSp>
        <p:nvGrpSpPr>
          <p:cNvPr id="9" name="Gruppieren 3">
            <a:extLst>
              <a:ext uri="{FF2B5EF4-FFF2-40B4-BE49-F238E27FC236}">
                <a16:creationId xmlns:a16="http://schemas.microsoft.com/office/drawing/2014/main" id="{A8100205-D20B-3242-A3A5-4BA81450BB6B}"/>
              </a:ext>
            </a:extLst>
          </p:cNvPr>
          <p:cNvGrpSpPr/>
          <p:nvPr userDrawn="1"/>
        </p:nvGrpSpPr>
        <p:grpSpPr>
          <a:xfrm>
            <a:off x="-218016" y="-216000"/>
            <a:ext cx="12630816" cy="7290000"/>
            <a:chOff x="-218016" y="-216000"/>
            <a:chExt cx="12630816" cy="7290000"/>
          </a:xfrm>
        </p:grpSpPr>
        <p:cxnSp>
          <p:nvCxnSpPr>
            <p:cNvPr id="10" name="Gerade Verbindung 2">
              <a:extLst>
                <a:ext uri="{FF2B5EF4-FFF2-40B4-BE49-F238E27FC236}">
                  <a16:creationId xmlns:a16="http://schemas.microsoft.com/office/drawing/2014/main" id="{F53DA42E-4013-124A-B141-F95745077564}"/>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5">
              <a:extLst>
                <a:ext uri="{FF2B5EF4-FFF2-40B4-BE49-F238E27FC236}">
                  <a16:creationId xmlns:a16="http://schemas.microsoft.com/office/drawing/2014/main" id="{7CDC4676-69E8-454C-A33B-50318377959D}"/>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6">
              <a:extLst>
                <a:ext uri="{FF2B5EF4-FFF2-40B4-BE49-F238E27FC236}">
                  <a16:creationId xmlns:a16="http://schemas.microsoft.com/office/drawing/2014/main" id="{DB3C18BF-8CBB-204E-85FD-6C57AE0A9BE8}"/>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7">
              <a:extLst>
                <a:ext uri="{FF2B5EF4-FFF2-40B4-BE49-F238E27FC236}">
                  <a16:creationId xmlns:a16="http://schemas.microsoft.com/office/drawing/2014/main" id="{AF4C8CF8-5970-F047-991F-934EE08D99C0}"/>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8">
              <a:extLst>
                <a:ext uri="{FF2B5EF4-FFF2-40B4-BE49-F238E27FC236}">
                  <a16:creationId xmlns:a16="http://schemas.microsoft.com/office/drawing/2014/main" id="{A3452B59-5D95-7949-8D4C-37A5A576AFE0}"/>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9">
              <a:extLst>
                <a:ext uri="{FF2B5EF4-FFF2-40B4-BE49-F238E27FC236}">
                  <a16:creationId xmlns:a16="http://schemas.microsoft.com/office/drawing/2014/main" id="{F001C4A5-AD36-E44A-B263-18D9C4512BB5}"/>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1">
              <a:extLst>
                <a:ext uri="{FF2B5EF4-FFF2-40B4-BE49-F238E27FC236}">
                  <a16:creationId xmlns:a16="http://schemas.microsoft.com/office/drawing/2014/main" id="{17A0914D-3D31-6F49-B7FA-D84E0C086036}"/>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2">
              <a:extLst>
                <a:ext uri="{FF2B5EF4-FFF2-40B4-BE49-F238E27FC236}">
                  <a16:creationId xmlns:a16="http://schemas.microsoft.com/office/drawing/2014/main" id="{DAA6DA7F-8FBB-864C-9EA8-2EB248F1E06A}"/>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3">
              <a:extLst>
                <a:ext uri="{FF2B5EF4-FFF2-40B4-BE49-F238E27FC236}">
                  <a16:creationId xmlns:a16="http://schemas.microsoft.com/office/drawing/2014/main" id="{6496FF78-CBFC-C144-A0B0-BFD836E16A37}"/>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4">
              <a:extLst>
                <a:ext uri="{FF2B5EF4-FFF2-40B4-BE49-F238E27FC236}">
                  <a16:creationId xmlns:a16="http://schemas.microsoft.com/office/drawing/2014/main" id="{D3DA9FDF-276B-2545-820B-9480CA6E3040}"/>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1">
              <a:extLst>
                <a:ext uri="{FF2B5EF4-FFF2-40B4-BE49-F238E27FC236}">
                  <a16:creationId xmlns:a16="http://schemas.microsoft.com/office/drawing/2014/main" id="{6FD0B97B-7121-E547-AB46-08773A6B6071}"/>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2">
              <a:extLst>
                <a:ext uri="{FF2B5EF4-FFF2-40B4-BE49-F238E27FC236}">
                  <a16:creationId xmlns:a16="http://schemas.microsoft.com/office/drawing/2014/main" id="{D0C1545C-909B-314B-8101-132F92176D50}"/>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3">
              <a:extLst>
                <a:ext uri="{FF2B5EF4-FFF2-40B4-BE49-F238E27FC236}">
                  <a16:creationId xmlns:a16="http://schemas.microsoft.com/office/drawing/2014/main" id="{DC737D53-697F-8248-8617-1C0414D107D2}"/>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4">
              <a:extLst>
                <a:ext uri="{FF2B5EF4-FFF2-40B4-BE49-F238E27FC236}">
                  <a16:creationId xmlns:a16="http://schemas.microsoft.com/office/drawing/2014/main" id="{50392668-ECB9-EC4A-B38F-E8C7A0A57613}"/>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5">
              <a:extLst>
                <a:ext uri="{FF2B5EF4-FFF2-40B4-BE49-F238E27FC236}">
                  <a16:creationId xmlns:a16="http://schemas.microsoft.com/office/drawing/2014/main" id="{66857A4F-6F65-DB4E-A9FB-A32AF6C96477}"/>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6">
              <a:extLst>
                <a:ext uri="{FF2B5EF4-FFF2-40B4-BE49-F238E27FC236}">
                  <a16:creationId xmlns:a16="http://schemas.microsoft.com/office/drawing/2014/main" id="{87BF39A1-5714-C149-BC63-997FDD7883F0}"/>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8">
              <a:extLst>
                <a:ext uri="{FF2B5EF4-FFF2-40B4-BE49-F238E27FC236}">
                  <a16:creationId xmlns:a16="http://schemas.microsoft.com/office/drawing/2014/main" id="{CC709433-2186-4649-9480-21E49AD0A7A2}"/>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9">
              <a:extLst>
                <a:ext uri="{FF2B5EF4-FFF2-40B4-BE49-F238E27FC236}">
                  <a16:creationId xmlns:a16="http://schemas.microsoft.com/office/drawing/2014/main" id="{29310353-24A8-8840-9BA3-E7CB86E12A44}"/>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0">
              <a:extLst>
                <a:ext uri="{FF2B5EF4-FFF2-40B4-BE49-F238E27FC236}">
                  <a16:creationId xmlns:a16="http://schemas.microsoft.com/office/drawing/2014/main" id="{A1BB35F5-6F81-074B-8C82-70818DDE9502}"/>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1">
              <a:extLst>
                <a:ext uri="{FF2B5EF4-FFF2-40B4-BE49-F238E27FC236}">
                  <a16:creationId xmlns:a16="http://schemas.microsoft.com/office/drawing/2014/main" id="{FB98052A-4F05-0448-8435-F94F72C97723}"/>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0701806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6109">
          <p15:clr>
            <a:srgbClr val="65CEFF"/>
          </p15:clr>
        </p15:guide>
        <p15:guide id="4" orient="horz" pos="2206">
          <p15:clr>
            <a:srgbClr val="65CEFF"/>
          </p15:clr>
        </p15:guide>
        <p15:guide id="6" orient="horz" pos="4157">
          <p15:clr>
            <a:srgbClr val="65CE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title dark 8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462213"/>
          </a:xfrm>
          <a:blipFill dpi="0"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399"/>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5" name="Footer Placeholder">
            <a:extLst>
              <a:ext uri="{FF2B5EF4-FFF2-40B4-BE49-F238E27FC236}">
                <a16:creationId xmlns:a16="http://schemas.microsoft.com/office/drawing/2014/main" id="{EDBCA456-A643-45C8-9383-5A06099EB621}"/>
              </a:ext>
            </a:extLst>
          </p:cNvPr>
          <p:cNvSpPr>
            <a:spLocks noGrp="1"/>
          </p:cNvSpPr>
          <p:nvPr>
            <p:ph type="ftr" sz="quarter" idx="10"/>
          </p:nvPr>
        </p:nvSpPr>
        <p:spPr>
          <a:xfrm>
            <a:off x="1059160" y="6310800"/>
            <a:ext cx="8640003" cy="547200"/>
          </a:xfrm>
        </p:spPr>
        <p:txBody>
          <a:bodyPr/>
          <a:lstStyle/>
          <a:p>
            <a:r>
              <a:rPr lang="en-US"/>
              <a:t>Restricted | © Siemens 2024 | Siemens Digital Industries Software</a:t>
            </a:r>
            <a:endParaRPr lang="en-US" dirty="0"/>
          </a:p>
        </p:txBody>
      </p:sp>
      <p:sp>
        <p:nvSpPr>
          <p:cNvPr id="6" name="Slide Number Placeholder">
            <a:extLst>
              <a:ext uri="{FF2B5EF4-FFF2-40B4-BE49-F238E27FC236}">
                <a16:creationId xmlns:a16="http://schemas.microsoft.com/office/drawing/2014/main" id="{5B05DC85-FD3C-4245-83A1-F6197CB9E08F}"/>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grpSp>
        <p:nvGrpSpPr>
          <p:cNvPr id="7" name="Gruppieren 3">
            <a:extLst>
              <a:ext uri="{FF2B5EF4-FFF2-40B4-BE49-F238E27FC236}">
                <a16:creationId xmlns:a16="http://schemas.microsoft.com/office/drawing/2014/main" id="{A7F1AE90-14FD-464F-8345-41F570EFCAA5}"/>
              </a:ext>
            </a:extLst>
          </p:cNvPr>
          <p:cNvGrpSpPr/>
          <p:nvPr userDrawn="1"/>
        </p:nvGrpSpPr>
        <p:grpSpPr>
          <a:xfrm>
            <a:off x="-218016" y="-216000"/>
            <a:ext cx="12630816" cy="7290000"/>
            <a:chOff x="-218016" y="-216000"/>
            <a:chExt cx="12630816" cy="7290000"/>
          </a:xfrm>
        </p:grpSpPr>
        <p:cxnSp>
          <p:nvCxnSpPr>
            <p:cNvPr id="8" name="Gerade Verbindung 2">
              <a:extLst>
                <a:ext uri="{FF2B5EF4-FFF2-40B4-BE49-F238E27FC236}">
                  <a16:creationId xmlns:a16="http://schemas.microsoft.com/office/drawing/2014/main" id="{9C8519DC-E4B1-014B-9FB8-D37EEBDAA687}"/>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35">
              <a:extLst>
                <a:ext uri="{FF2B5EF4-FFF2-40B4-BE49-F238E27FC236}">
                  <a16:creationId xmlns:a16="http://schemas.microsoft.com/office/drawing/2014/main" id="{D51E4660-226C-A548-9C18-2F534D42797D}"/>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6">
              <a:extLst>
                <a:ext uri="{FF2B5EF4-FFF2-40B4-BE49-F238E27FC236}">
                  <a16:creationId xmlns:a16="http://schemas.microsoft.com/office/drawing/2014/main" id="{705FBED6-14D1-3644-97A8-D2A387F7027D}"/>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7">
              <a:extLst>
                <a:ext uri="{FF2B5EF4-FFF2-40B4-BE49-F238E27FC236}">
                  <a16:creationId xmlns:a16="http://schemas.microsoft.com/office/drawing/2014/main" id="{6321C712-F33B-1943-9DEE-0D476E2458AA}"/>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8">
              <a:extLst>
                <a:ext uri="{FF2B5EF4-FFF2-40B4-BE49-F238E27FC236}">
                  <a16:creationId xmlns:a16="http://schemas.microsoft.com/office/drawing/2014/main" id="{99C5BAB4-72EC-104E-814E-8E2DCD613D55}"/>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9">
              <a:extLst>
                <a:ext uri="{FF2B5EF4-FFF2-40B4-BE49-F238E27FC236}">
                  <a16:creationId xmlns:a16="http://schemas.microsoft.com/office/drawing/2014/main" id="{27C1853F-6D3C-584E-A7BE-366C25B8AC87}"/>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1">
              <a:extLst>
                <a:ext uri="{FF2B5EF4-FFF2-40B4-BE49-F238E27FC236}">
                  <a16:creationId xmlns:a16="http://schemas.microsoft.com/office/drawing/2014/main" id="{56F9FABC-CDC0-CF48-B746-23485BF87A5F}"/>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2">
              <a:extLst>
                <a:ext uri="{FF2B5EF4-FFF2-40B4-BE49-F238E27FC236}">
                  <a16:creationId xmlns:a16="http://schemas.microsoft.com/office/drawing/2014/main" id="{2DB041F2-E8DC-C949-B5AF-87F8228DB55B}"/>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3">
              <a:extLst>
                <a:ext uri="{FF2B5EF4-FFF2-40B4-BE49-F238E27FC236}">
                  <a16:creationId xmlns:a16="http://schemas.microsoft.com/office/drawing/2014/main" id="{1B5ED2E0-FC88-B643-9AE2-E24B7157B2C2}"/>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4">
              <a:extLst>
                <a:ext uri="{FF2B5EF4-FFF2-40B4-BE49-F238E27FC236}">
                  <a16:creationId xmlns:a16="http://schemas.microsoft.com/office/drawing/2014/main" id="{ACB8F4B7-B51E-E342-B64D-D4333F9E1386}"/>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1">
              <a:extLst>
                <a:ext uri="{FF2B5EF4-FFF2-40B4-BE49-F238E27FC236}">
                  <a16:creationId xmlns:a16="http://schemas.microsoft.com/office/drawing/2014/main" id="{D7DB5217-1F9F-454A-9809-AA2500D2479E}"/>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2">
              <a:extLst>
                <a:ext uri="{FF2B5EF4-FFF2-40B4-BE49-F238E27FC236}">
                  <a16:creationId xmlns:a16="http://schemas.microsoft.com/office/drawing/2014/main" id="{40CE00D2-E24A-FE4E-BB2E-E2144974D6BB}"/>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3">
              <a:extLst>
                <a:ext uri="{FF2B5EF4-FFF2-40B4-BE49-F238E27FC236}">
                  <a16:creationId xmlns:a16="http://schemas.microsoft.com/office/drawing/2014/main" id="{C6B75246-3347-A148-8CE4-AA9D3F9AAD20}"/>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4">
              <a:extLst>
                <a:ext uri="{FF2B5EF4-FFF2-40B4-BE49-F238E27FC236}">
                  <a16:creationId xmlns:a16="http://schemas.microsoft.com/office/drawing/2014/main" id="{05E73623-40F3-9D42-8773-EDB72F2792FC}"/>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5">
              <a:extLst>
                <a:ext uri="{FF2B5EF4-FFF2-40B4-BE49-F238E27FC236}">
                  <a16:creationId xmlns:a16="http://schemas.microsoft.com/office/drawing/2014/main" id="{BD3FB745-D47C-B440-8327-42DDDE2A55A8}"/>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6">
              <a:extLst>
                <a:ext uri="{FF2B5EF4-FFF2-40B4-BE49-F238E27FC236}">
                  <a16:creationId xmlns:a16="http://schemas.microsoft.com/office/drawing/2014/main" id="{A37B7881-390C-7047-95E9-3D0AA3FDF197}"/>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8">
              <a:extLst>
                <a:ext uri="{FF2B5EF4-FFF2-40B4-BE49-F238E27FC236}">
                  <a16:creationId xmlns:a16="http://schemas.microsoft.com/office/drawing/2014/main" id="{EC3D0AD5-C796-6C45-AC20-58FFE1C504F5}"/>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9">
              <a:extLst>
                <a:ext uri="{FF2B5EF4-FFF2-40B4-BE49-F238E27FC236}">
                  <a16:creationId xmlns:a16="http://schemas.microsoft.com/office/drawing/2014/main" id="{24BE4D74-E8E7-304A-83F1-01A42D8D46BC}"/>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0">
              <a:extLst>
                <a:ext uri="{FF2B5EF4-FFF2-40B4-BE49-F238E27FC236}">
                  <a16:creationId xmlns:a16="http://schemas.microsoft.com/office/drawing/2014/main" id="{6D66DB51-BFC8-F044-BA49-872061AF8F58}"/>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1">
              <a:extLst>
                <a:ext uri="{FF2B5EF4-FFF2-40B4-BE49-F238E27FC236}">
                  <a16:creationId xmlns:a16="http://schemas.microsoft.com/office/drawing/2014/main" id="{6148EBDE-BDFE-AB48-A069-2D1D954C09EC}"/>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7237490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109">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dirty="0"/>
              <a:t>Click to edit </a:t>
            </a:r>
            <a:br>
              <a:rPr lang="en-US" dirty="0"/>
            </a:br>
            <a:r>
              <a:rPr lang="en-US" dirty="0"/>
              <a:t>Master title style</a:t>
            </a:r>
            <a:br>
              <a:rPr lang="en-US" dirty="0"/>
            </a:br>
            <a:r>
              <a:rPr lang="en-US" dirty="0"/>
              <a:t>3 lines 60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2"/>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60 </a:t>
            </a:r>
            <a:r>
              <a:rPr lang="en-US" dirty="0" err="1"/>
              <a:t>pt</a:t>
            </a:r>
            <a:endParaRPr lang="en-US" dirty="0"/>
          </a:p>
        </p:txBody>
      </p:sp>
      <p:sp>
        <p:nvSpPr>
          <p:cNvPr id="5" name="Footer Placeholder">
            <a:extLst>
              <a:ext uri="{FF2B5EF4-FFF2-40B4-BE49-F238E27FC236}">
                <a16:creationId xmlns:a16="http://schemas.microsoft.com/office/drawing/2014/main" id="{21031E7D-E514-484A-9CCD-52A9C2222261}"/>
              </a:ext>
            </a:extLst>
          </p:cNvPr>
          <p:cNvSpPr>
            <a:spLocks noGrp="1"/>
          </p:cNvSpPr>
          <p:nvPr>
            <p:ph type="ftr" sz="quarter" idx="10"/>
          </p:nvPr>
        </p:nvSpPr>
        <p:spPr>
          <a:xfrm>
            <a:off x="1059160" y="6310800"/>
            <a:ext cx="8640003" cy="547200"/>
          </a:xfrm>
        </p:spPr>
        <p:txBody>
          <a:bodyPr/>
          <a:lstStyle/>
          <a:p>
            <a:r>
              <a:rPr lang="en-US"/>
              <a:t>Restricted | © Siemens 2024 | Siemens Digital Industries Software</a:t>
            </a:r>
            <a:endParaRPr lang="en-US" dirty="0"/>
          </a:p>
        </p:txBody>
      </p:sp>
      <p:sp>
        <p:nvSpPr>
          <p:cNvPr id="6" name="Slide Number Placeholder">
            <a:extLst>
              <a:ext uri="{FF2B5EF4-FFF2-40B4-BE49-F238E27FC236}">
                <a16:creationId xmlns:a16="http://schemas.microsoft.com/office/drawing/2014/main" id="{447F428C-5AA7-413C-A721-B7AADDF8B425}"/>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grpSp>
        <p:nvGrpSpPr>
          <p:cNvPr id="7" name="Gruppieren 3">
            <a:extLst>
              <a:ext uri="{FF2B5EF4-FFF2-40B4-BE49-F238E27FC236}">
                <a16:creationId xmlns:a16="http://schemas.microsoft.com/office/drawing/2014/main" id="{D1E5269B-37CC-1747-8F83-00D7AEF62D50}"/>
              </a:ext>
            </a:extLst>
          </p:cNvPr>
          <p:cNvGrpSpPr/>
          <p:nvPr userDrawn="1"/>
        </p:nvGrpSpPr>
        <p:grpSpPr>
          <a:xfrm>
            <a:off x="-218016" y="-216000"/>
            <a:ext cx="12630816" cy="7290000"/>
            <a:chOff x="-218016" y="-216000"/>
            <a:chExt cx="12630816" cy="7290000"/>
          </a:xfrm>
        </p:grpSpPr>
        <p:cxnSp>
          <p:nvCxnSpPr>
            <p:cNvPr id="8" name="Gerade Verbindung 2">
              <a:extLst>
                <a:ext uri="{FF2B5EF4-FFF2-40B4-BE49-F238E27FC236}">
                  <a16:creationId xmlns:a16="http://schemas.microsoft.com/office/drawing/2014/main" id="{EAE66F48-80F6-F14F-B7F8-786E2A6545DB}"/>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35">
              <a:extLst>
                <a:ext uri="{FF2B5EF4-FFF2-40B4-BE49-F238E27FC236}">
                  <a16:creationId xmlns:a16="http://schemas.microsoft.com/office/drawing/2014/main" id="{D380ACC1-9A90-8340-A4FA-D8FDBEDB1034}"/>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6">
              <a:extLst>
                <a:ext uri="{FF2B5EF4-FFF2-40B4-BE49-F238E27FC236}">
                  <a16:creationId xmlns:a16="http://schemas.microsoft.com/office/drawing/2014/main" id="{E8612FCB-FFEB-0A42-90B5-91A71CC1F6E9}"/>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7">
              <a:extLst>
                <a:ext uri="{FF2B5EF4-FFF2-40B4-BE49-F238E27FC236}">
                  <a16:creationId xmlns:a16="http://schemas.microsoft.com/office/drawing/2014/main" id="{3739B361-6CBE-8940-8E0F-51D79954C68C}"/>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8">
              <a:extLst>
                <a:ext uri="{FF2B5EF4-FFF2-40B4-BE49-F238E27FC236}">
                  <a16:creationId xmlns:a16="http://schemas.microsoft.com/office/drawing/2014/main" id="{9891019E-6F46-4748-AF4B-3DE17EEA73F0}"/>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9">
              <a:extLst>
                <a:ext uri="{FF2B5EF4-FFF2-40B4-BE49-F238E27FC236}">
                  <a16:creationId xmlns:a16="http://schemas.microsoft.com/office/drawing/2014/main" id="{F2065961-D643-5340-9E05-47013FC56CAA}"/>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1">
              <a:extLst>
                <a:ext uri="{FF2B5EF4-FFF2-40B4-BE49-F238E27FC236}">
                  <a16:creationId xmlns:a16="http://schemas.microsoft.com/office/drawing/2014/main" id="{5E7F9EBA-30B9-304D-9A5A-5FA9A6261325}"/>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2">
              <a:extLst>
                <a:ext uri="{FF2B5EF4-FFF2-40B4-BE49-F238E27FC236}">
                  <a16:creationId xmlns:a16="http://schemas.microsoft.com/office/drawing/2014/main" id="{40875A41-8EF4-E949-BC4C-7D79CBFAB8DF}"/>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3">
              <a:extLst>
                <a:ext uri="{FF2B5EF4-FFF2-40B4-BE49-F238E27FC236}">
                  <a16:creationId xmlns:a16="http://schemas.microsoft.com/office/drawing/2014/main" id="{5FC3C7D5-33C1-AA41-8831-0B2CDDC9D621}"/>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4">
              <a:extLst>
                <a:ext uri="{FF2B5EF4-FFF2-40B4-BE49-F238E27FC236}">
                  <a16:creationId xmlns:a16="http://schemas.microsoft.com/office/drawing/2014/main" id="{7705FD61-370B-7544-9B52-7E98B9F2FFBA}"/>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1">
              <a:extLst>
                <a:ext uri="{FF2B5EF4-FFF2-40B4-BE49-F238E27FC236}">
                  <a16:creationId xmlns:a16="http://schemas.microsoft.com/office/drawing/2014/main" id="{2394A1F8-6238-C643-A030-FA9B40C9D517}"/>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2">
              <a:extLst>
                <a:ext uri="{FF2B5EF4-FFF2-40B4-BE49-F238E27FC236}">
                  <a16:creationId xmlns:a16="http://schemas.microsoft.com/office/drawing/2014/main" id="{5841E93B-262F-5948-9FB2-776492C81534}"/>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3">
              <a:extLst>
                <a:ext uri="{FF2B5EF4-FFF2-40B4-BE49-F238E27FC236}">
                  <a16:creationId xmlns:a16="http://schemas.microsoft.com/office/drawing/2014/main" id="{8C504E1C-6C80-0F40-B078-934B46365020}"/>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4">
              <a:extLst>
                <a:ext uri="{FF2B5EF4-FFF2-40B4-BE49-F238E27FC236}">
                  <a16:creationId xmlns:a16="http://schemas.microsoft.com/office/drawing/2014/main" id="{B0908C1B-A859-8D40-94A5-EAAF0D60DFE9}"/>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5">
              <a:extLst>
                <a:ext uri="{FF2B5EF4-FFF2-40B4-BE49-F238E27FC236}">
                  <a16:creationId xmlns:a16="http://schemas.microsoft.com/office/drawing/2014/main" id="{9352377D-AB25-2B48-A346-8710095D4483}"/>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6">
              <a:extLst>
                <a:ext uri="{FF2B5EF4-FFF2-40B4-BE49-F238E27FC236}">
                  <a16:creationId xmlns:a16="http://schemas.microsoft.com/office/drawing/2014/main" id="{F4D90156-1109-064E-8EAF-BD19B8B58B86}"/>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8">
              <a:extLst>
                <a:ext uri="{FF2B5EF4-FFF2-40B4-BE49-F238E27FC236}">
                  <a16:creationId xmlns:a16="http://schemas.microsoft.com/office/drawing/2014/main" id="{D91EBD60-6730-2043-9AA8-0FEBBFFBD381}"/>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9">
              <a:extLst>
                <a:ext uri="{FF2B5EF4-FFF2-40B4-BE49-F238E27FC236}">
                  <a16:creationId xmlns:a16="http://schemas.microsoft.com/office/drawing/2014/main" id="{1A8B3A94-8B83-3D4F-8EB6-516DB579FE26}"/>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0">
              <a:extLst>
                <a:ext uri="{FF2B5EF4-FFF2-40B4-BE49-F238E27FC236}">
                  <a16:creationId xmlns:a16="http://schemas.microsoft.com/office/drawing/2014/main" id="{E9738D49-5D16-094F-9FC9-3D1A310736D3}"/>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1">
              <a:extLst>
                <a:ext uri="{FF2B5EF4-FFF2-40B4-BE49-F238E27FC236}">
                  <a16:creationId xmlns:a16="http://schemas.microsoft.com/office/drawing/2014/main" id="{96A16986-3E83-854A-BA9F-F6C8551101F6}"/>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9215674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109">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title dark 4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121"/>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5" name="Footer Placeholder">
            <a:extLst>
              <a:ext uri="{FF2B5EF4-FFF2-40B4-BE49-F238E27FC236}">
                <a16:creationId xmlns:a16="http://schemas.microsoft.com/office/drawing/2014/main" id="{1498F1A9-6241-4523-AFBC-C74F3AA4AC35}"/>
              </a:ext>
            </a:extLst>
          </p:cNvPr>
          <p:cNvSpPr>
            <a:spLocks noGrp="1"/>
          </p:cNvSpPr>
          <p:nvPr>
            <p:ph type="ftr" sz="quarter" idx="10"/>
          </p:nvPr>
        </p:nvSpPr>
        <p:spPr>
          <a:xfrm>
            <a:off x="1059160" y="6310800"/>
            <a:ext cx="8639240" cy="547200"/>
          </a:xfrm>
        </p:spPr>
        <p:txBody>
          <a:bodyPr/>
          <a:lstStyle/>
          <a:p>
            <a:r>
              <a:rPr lang="en-US"/>
              <a:t>Restricted | © Siemens 2024 | Siemens Digital Industries Software</a:t>
            </a:r>
            <a:endParaRPr lang="en-US" dirty="0"/>
          </a:p>
        </p:txBody>
      </p:sp>
      <p:sp>
        <p:nvSpPr>
          <p:cNvPr id="6" name="Slide Number Placeholder">
            <a:extLst>
              <a:ext uri="{FF2B5EF4-FFF2-40B4-BE49-F238E27FC236}">
                <a16:creationId xmlns:a16="http://schemas.microsoft.com/office/drawing/2014/main" id="{267619FE-01EE-4013-B481-A8C505C5D26A}"/>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grpSp>
        <p:nvGrpSpPr>
          <p:cNvPr id="7" name="Gruppieren 3">
            <a:extLst>
              <a:ext uri="{FF2B5EF4-FFF2-40B4-BE49-F238E27FC236}">
                <a16:creationId xmlns:a16="http://schemas.microsoft.com/office/drawing/2014/main" id="{23BB6AB6-2F71-184D-908B-4ECDC1CC7CB2}"/>
              </a:ext>
            </a:extLst>
          </p:cNvPr>
          <p:cNvGrpSpPr/>
          <p:nvPr userDrawn="1"/>
        </p:nvGrpSpPr>
        <p:grpSpPr>
          <a:xfrm>
            <a:off x="-218016" y="-216000"/>
            <a:ext cx="12630816" cy="7290000"/>
            <a:chOff x="-218016" y="-216000"/>
            <a:chExt cx="12630816" cy="7290000"/>
          </a:xfrm>
        </p:grpSpPr>
        <p:cxnSp>
          <p:nvCxnSpPr>
            <p:cNvPr id="8" name="Gerade Verbindung 2">
              <a:extLst>
                <a:ext uri="{FF2B5EF4-FFF2-40B4-BE49-F238E27FC236}">
                  <a16:creationId xmlns:a16="http://schemas.microsoft.com/office/drawing/2014/main" id="{DF9E0473-AEBC-DC40-85C9-01B79D7AF37D}"/>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35">
              <a:extLst>
                <a:ext uri="{FF2B5EF4-FFF2-40B4-BE49-F238E27FC236}">
                  <a16:creationId xmlns:a16="http://schemas.microsoft.com/office/drawing/2014/main" id="{05B773B7-6CE0-7B41-8573-A8761AFAF1F2}"/>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6">
              <a:extLst>
                <a:ext uri="{FF2B5EF4-FFF2-40B4-BE49-F238E27FC236}">
                  <a16:creationId xmlns:a16="http://schemas.microsoft.com/office/drawing/2014/main" id="{CC6F99F8-11B2-EB4F-91F5-3612FB86336D}"/>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7">
              <a:extLst>
                <a:ext uri="{FF2B5EF4-FFF2-40B4-BE49-F238E27FC236}">
                  <a16:creationId xmlns:a16="http://schemas.microsoft.com/office/drawing/2014/main" id="{56F86936-97F7-EC40-9C1A-AB5B0BC06A1A}"/>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8">
              <a:extLst>
                <a:ext uri="{FF2B5EF4-FFF2-40B4-BE49-F238E27FC236}">
                  <a16:creationId xmlns:a16="http://schemas.microsoft.com/office/drawing/2014/main" id="{87DEC493-99BC-6C42-A500-E3F9F3027F0C}"/>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9">
              <a:extLst>
                <a:ext uri="{FF2B5EF4-FFF2-40B4-BE49-F238E27FC236}">
                  <a16:creationId xmlns:a16="http://schemas.microsoft.com/office/drawing/2014/main" id="{9905A8A1-25AC-1F49-8F69-B41E64E9ACCC}"/>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1">
              <a:extLst>
                <a:ext uri="{FF2B5EF4-FFF2-40B4-BE49-F238E27FC236}">
                  <a16:creationId xmlns:a16="http://schemas.microsoft.com/office/drawing/2014/main" id="{00B27B6A-B069-7149-A637-76E2541D73E6}"/>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2">
              <a:extLst>
                <a:ext uri="{FF2B5EF4-FFF2-40B4-BE49-F238E27FC236}">
                  <a16:creationId xmlns:a16="http://schemas.microsoft.com/office/drawing/2014/main" id="{CA1FC2F0-95AC-BD42-8CF3-5ED654BC6A58}"/>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3">
              <a:extLst>
                <a:ext uri="{FF2B5EF4-FFF2-40B4-BE49-F238E27FC236}">
                  <a16:creationId xmlns:a16="http://schemas.microsoft.com/office/drawing/2014/main" id="{70700DE9-6A86-8747-BD9F-FCA60EE6185E}"/>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4">
              <a:extLst>
                <a:ext uri="{FF2B5EF4-FFF2-40B4-BE49-F238E27FC236}">
                  <a16:creationId xmlns:a16="http://schemas.microsoft.com/office/drawing/2014/main" id="{1B4CB2B2-155C-7D45-8EB1-EF2392CA5E3A}"/>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1">
              <a:extLst>
                <a:ext uri="{FF2B5EF4-FFF2-40B4-BE49-F238E27FC236}">
                  <a16:creationId xmlns:a16="http://schemas.microsoft.com/office/drawing/2014/main" id="{906CAD04-1C9B-174C-A956-DA6847DD8E93}"/>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2">
              <a:extLst>
                <a:ext uri="{FF2B5EF4-FFF2-40B4-BE49-F238E27FC236}">
                  <a16:creationId xmlns:a16="http://schemas.microsoft.com/office/drawing/2014/main" id="{A9F99345-483C-3340-B93E-94DDC083B1EE}"/>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3">
              <a:extLst>
                <a:ext uri="{FF2B5EF4-FFF2-40B4-BE49-F238E27FC236}">
                  <a16:creationId xmlns:a16="http://schemas.microsoft.com/office/drawing/2014/main" id="{D4B7877E-74F6-134E-9943-CC6A978E8201}"/>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4">
              <a:extLst>
                <a:ext uri="{FF2B5EF4-FFF2-40B4-BE49-F238E27FC236}">
                  <a16:creationId xmlns:a16="http://schemas.microsoft.com/office/drawing/2014/main" id="{A45760D8-FF0D-AE45-9E3B-7AFF7C1BFE5E}"/>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5">
              <a:extLst>
                <a:ext uri="{FF2B5EF4-FFF2-40B4-BE49-F238E27FC236}">
                  <a16:creationId xmlns:a16="http://schemas.microsoft.com/office/drawing/2014/main" id="{66809BA3-9AB6-1B48-8F36-9131F2D418E9}"/>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6">
              <a:extLst>
                <a:ext uri="{FF2B5EF4-FFF2-40B4-BE49-F238E27FC236}">
                  <a16:creationId xmlns:a16="http://schemas.microsoft.com/office/drawing/2014/main" id="{6553FD53-3770-F041-9CB0-82EA3A41217E}"/>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8">
              <a:extLst>
                <a:ext uri="{FF2B5EF4-FFF2-40B4-BE49-F238E27FC236}">
                  <a16:creationId xmlns:a16="http://schemas.microsoft.com/office/drawing/2014/main" id="{3849DAD0-AE54-174C-84B4-D59778AF6A7A}"/>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9">
              <a:extLst>
                <a:ext uri="{FF2B5EF4-FFF2-40B4-BE49-F238E27FC236}">
                  <a16:creationId xmlns:a16="http://schemas.microsoft.com/office/drawing/2014/main" id="{FEEF4423-2CDB-334E-8A59-29415D020CBB}"/>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0">
              <a:extLst>
                <a:ext uri="{FF2B5EF4-FFF2-40B4-BE49-F238E27FC236}">
                  <a16:creationId xmlns:a16="http://schemas.microsoft.com/office/drawing/2014/main" id="{42E567A8-24D4-FC4C-AFE8-7870468A4E75}"/>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1">
              <a:extLst>
                <a:ext uri="{FF2B5EF4-FFF2-40B4-BE49-F238E27FC236}">
                  <a16:creationId xmlns:a16="http://schemas.microsoft.com/office/drawing/2014/main" id="{4C935F86-1295-6B43-8017-3EAD932B87D7}"/>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41981329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109">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grpSp>
        <p:nvGrpSpPr>
          <p:cNvPr id="8" name="Gruppieren 3">
            <a:extLst>
              <a:ext uri="{FF2B5EF4-FFF2-40B4-BE49-F238E27FC236}">
                <a16:creationId xmlns:a16="http://schemas.microsoft.com/office/drawing/2014/main" id="{A9A69E62-6A1D-AE4C-9B24-3FE967A37A9B}"/>
              </a:ext>
            </a:extLst>
          </p:cNvPr>
          <p:cNvGrpSpPr/>
          <p:nvPr userDrawn="1"/>
        </p:nvGrpSpPr>
        <p:grpSpPr>
          <a:xfrm>
            <a:off x="-218016" y="-216000"/>
            <a:ext cx="12630816" cy="7290000"/>
            <a:chOff x="-218016" y="-216000"/>
            <a:chExt cx="12630816" cy="7290000"/>
          </a:xfrm>
        </p:grpSpPr>
        <p:cxnSp>
          <p:nvCxnSpPr>
            <p:cNvPr id="9" name="Gerade Verbindung 2">
              <a:extLst>
                <a:ext uri="{FF2B5EF4-FFF2-40B4-BE49-F238E27FC236}">
                  <a16:creationId xmlns:a16="http://schemas.microsoft.com/office/drawing/2014/main" id="{4BAAA20F-3AAA-4D49-B29B-360A5C881C2A}"/>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 name="Gerade Verbindung 35">
              <a:extLst>
                <a:ext uri="{FF2B5EF4-FFF2-40B4-BE49-F238E27FC236}">
                  <a16:creationId xmlns:a16="http://schemas.microsoft.com/office/drawing/2014/main" id="{C3B5DCED-553E-0742-969A-521E822EE831}"/>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6">
              <a:extLst>
                <a:ext uri="{FF2B5EF4-FFF2-40B4-BE49-F238E27FC236}">
                  <a16:creationId xmlns:a16="http://schemas.microsoft.com/office/drawing/2014/main" id="{0205835B-EBEC-5540-A60F-F80AE4A7139D}"/>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7">
              <a:extLst>
                <a:ext uri="{FF2B5EF4-FFF2-40B4-BE49-F238E27FC236}">
                  <a16:creationId xmlns:a16="http://schemas.microsoft.com/office/drawing/2014/main" id="{EE3FC5BC-9A34-8543-ABD7-4E9443AB0D96}"/>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8">
              <a:extLst>
                <a:ext uri="{FF2B5EF4-FFF2-40B4-BE49-F238E27FC236}">
                  <a16:creationId xmlns:a16="http://schemas.microsoft.com/office/drawing/2014/main" id="{5153B859-34A3-9545-8A14-88E1FD3E4146}"/>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9">
              <a:extLst>
                <a:ext uri="{FF2B5EF4-FFF2-40B4-BE49-F238E27FC236}">
                  <a16:creationId xmlns:a16="http://schemas.microsoft.com/office/drawing/2014/main" id="{72C5A9ED-C3B3-BE48-AE8C-F7772981C052}"/>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1">
              <a:extLst>
                <a:ext uri="{FF2B5EF4-FFF2-40B4-BE49-F238E27FC236}">
                  <a16:creationId xmlns:a16="http://schemas.microsoft.com/office/drawing/2014/main" id="{8A056FB1-B0BA-E440-838C-846F772D66B1}"/>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2">
              <a:extLst>
                <a:ext uri="{FF2B5EF4-FFF2-40B4-BE49-F238E27FC236}">
                  <a16:creationId xmlns:a16="http://schemas.microsoft.com/office/drawing/2014/main" id="{FAC76570-B7B6-5340-928C-47CE9DF5004D}"/>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3">
              <a:extLst>
                <a:ext uri="{FF2B5EF4-FFF2-40B4-BE49-F238E27FC236}">
                  <a16:creationId xmlns:a16="http://schemas.microsoft.com/office/drawing/2014/main" id="{D4BE84F1-FC87-E04A-99AE-98C35A658BCD}"/>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4">
              <a:extLst>
                <a:ext uri="{FF2B5EF4-FFF2-40B4-BE49-F238E27FC236}">
                  <a16:creationId xmlns:a16="http://schemas.microsoft.com/office/drawing/2014/main" id="{EF1D9387-43C8-DD40-9E60-A9D47D4CAFD9}"/>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1">
              <a:extLst>
                <a:ext uri="{FF2B5EF4-FFF2-40B4-BE49-F238E27FC236}">
                  <a16:creationId xmlns:a16="http://schemas.microsoft.com/office/drawing/2014/main" id="{9B756B6E-3AAB-FD43-9AC9-83A1D3A2A2D1}"/>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2">
              <a:extLst>
                <a:ext uri="{FF2B5EF4-FFF2-40B4-BE49-F238E27FC236}">
                  <a16:creationId xmlns:a16="http://schemas.microsoft.com/office/drawing/2014/main" id="{0F7BD6B1-D500-DD4A-BDE6-52ACEDD1B8C4}"/>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3">
              <a:extLst>
                <a:ext uri="{FF2B5EF4-FFF2-40B4-BE49-F238E27FC236}">
                  <a16:creationId xmlns:a16="http://schemas.microsoft.com/office/drawing/2014/main" id="{9F7D7654-362D-4F47-88F8-8F1C3382363A}"/>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4">
              <a:extLst>
                <a:ext uri="{FF2B5EF4-FFF2-40B4-BE49-F238E27FC236}">
                  <a16:creationId xmlns:a16="http://schemas.microsoft.com/office/drawing/2014/main" id="{694F1C1B-0BF5-CA42-BA31-C166FCB18C64}"/>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5">
              <a:extLst>
                <a:ext uri="{FF2B5EF4-FFF2-40B4-BE49-F238E27FC236}">
                  <a16:creationId xmlns:a16="http://schemas.microsoft.com/office/drawing/2014/main" id="{A14C6418-1440-784C-A3F5-886382D59995}"/>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6">
              <a:extLst>
                <a:ext uri="{FF2B5EF4-FFF2-40B4-BE49-F238E27FC236}">
                  <a16:creationId xmlns:a16="http://schemas.microsoft.com/office/drawing/2014/main" id="{B9345D40-AC97-2E4D-B65F-E9446F9B2E43}"/>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8">
              <a:extLst>
                <a:ext uri="{FF2B5EF4-FFF2-40B4-BE49-F238E27FC236}">
                  <a16:creationId xmlns:a16="http://schemas.microsoft.com/office/drawing/2014/main" id="{C90206CB-0242-B243-B067-4CBADAD942E8}"/>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9">
              <a:extLst>
                <a:ext uri="{FF2B5EF4-FFF2-40B4-BE49-F238E27FC236}">
                  <a16:creationId xmlns:a16="http://schemas.microsoft.com/office/drawing/2014/main" id="{47A551D9-F0F6-7442-AD1E-BBA00D1931DC}"/>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0">
              <a:extLst>
                <a:ext uri="{FF2B5EF4-FFF2-40B4-BE49-F238E27FC236}">
                  <a16:creationId xmlns:a16="http://schemas.microsoft.com/office/drawing/2014/main" id="{B778BF2A-87E2-0445-BF6C-6F1E185BA868}"/>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1">
              <a:extLst>
                <a:ext uri="{FF2B5EF4-FFF2-40B4-BE49-F238E27FC236}">
                  <a16:creationId xmlns:a16="http://schemas.microsoft.com/office/drawing/2014/main" id="{4A0DE0E8-1EDB-DA45-B92F-6F62E3801E59}"/>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0226537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1" orient="horz" pos="302">
          <p15:clr>
            <a:srgbClr val="65CEFF"/>
          </p15:clr>
        </p15:guide>
        <p15:guide id="12" orient="horz" pos="664">
          <p15:clr>
            <a:srgbClr val="65CEFF"/>
          </p15:clr>
        </p15:guide>
        <p15:guide id="13" orient="horz" pos="891">
          <p15:clr>
            <a:srgbClr val="65CEFF"/>
          </p15:clr>
        </p15:guide>
        <p15:guide id="16" orient="horz" pos="3658">
          <p15:clr>
            <a:srgbClr val="65CEFF"/>
          </p15:clr>
        </p15:guide>
        <p15:guide id="18"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dirty="0"/>
              <a:t>Click to edit Master title style</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185781"/>
      </p:ext>
    </p:extLst>
  </p:cSld>
  <p:clrMapOvr>
    <a:masterClrMapping/>
  </p:clrMapOvr>
  <p:extLst>
    <p:ext uri="{DCECCB84-F9BA-43D5-87BE-67443E8EF086}">
      <p15:sldGuideLst xmlns:p15="http://schemas.microsoft.com/office/powerpoint/2012/main">
        <p15:guide id="2" pos="2526">
          <p15:clr>
            <a:srgbClr val="65CEFF"/>
          </p15:clr>
        </p15:guide>
        <p15:guide id="3" pos="2708">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8" orient="horz" pos="4157">
          <p15:clr>
            <a:srgbClr val="65CE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large image">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1CAAD1C1-677B-4ED7-96BE-27B1141D53D5}"/>
              </a:ext>
            </a:extLst>
          </p:cNvPr>
          <p:cNvSpPr>
            <a:spLocks noGrp="1"/>
          </p:cNvSpPr>
          <p:nvPr>
            <p:ph type="pic" sz="quarter" idx="12" hasCustomPrompt="1"/>
          </p:nvPr>
        </p:nvSpPr>
        <p:spPr>
          <a:xfrm>
            <a:off x="0" y="1"/>
            <a:ext cx="12192000" cy="6167438"/>
          </a:xfrm>
          <a:solidFill>
            <a:schemeClr val="accent1"/>
          </a:solidFill>
        </p:spPr>
        <p:txBody>
          <a:bodyPr lIns="144000" tIns="108000" rIns="144000" bIns="108000"/>
          <a:lstStyle>
            <a:lvl1pPr marL="0" indent="0">
              <a:buNone/>
              <a:defRPr>
                <a:solidFill>
                  <a:schemeClr val="bg1"/>
                </a:solidFill>
              </a:defRPr>
            </a:lvl1pPr>
          </a:lstStyle>
          <a:p>
            <a:r>
              <a:rPr lang="en-US" noProof="0" dirty="0"/>
              <a:t>Full size picture</a:t>
            </a:r>
          </a:p>
        </p:txBody>
      </p:sp>
      <p:sp>
        <p:nvSpPr>
          <p:cNvPr id="2" name="Title">
            <a:extLst>
              <a:ext uri="{FF2B5EF4-FFF2-40B4-BE49-F238E27FC236}">
                <a16:creationId xmlns:a16="http://schemas.microsoft.com/office/drawing/2014/main" id="{3F142F7C-7BE3-40CB-8C53-6F7533073558}"/>
              </a:ext>
            </a:extLst>
          </p:cNvPr>
          <p:cNvSpPr>
            <a:spLocks noGrp="1"/>
          </p:cNvSpPr>
          <p:nvPr>
            <p:ph type="title" hasCustomPrompt="1"/>
          </p:nvPr>
        </p:nvSpPr>
        <p:spPr>
          <a:xfrm>
            <a:off x="1022400" y="1054100"/>
            <a:ext cx="9252000" cy="1491868"/>
          </a:xfrm>
          <a:noFill/>
        </p:spPr>
        <p:txBody>
          <a:bodyPr wrap="square" rIns="0" bIns="0" anchor="t">
            <a:spAutoFit/>
          </a:bodyPr>
          <a:lstStyle>
            <a:lvl1pPr marL="0">
              <a:lnSpc>
                <a:spcPct val="100000"/>
              </a:lnSpc>
              <a:defRPr sz="4800">
                <a:solidFill>
                  <a:schemeClr val="tx1"/>
                </a:solidFill>
              </a:defRPr>
            </a:lvl1pPr>
          </a:lstStyle>
          <a:p>
            <a:r>
              <a:rPr lang="en-US" dirty="0"/>
              <a:t>Click to edit </a:t>
            </a:r>
            <a:br>
              <a:rPr lang="en-US" dirty="0"/>
            </a:br>
            <a:r>
              <a:rPr lang="en-US" dirty="0"/>
              <a:t>Master title style</a:t>
            </a:r>
          </a:p>
        </p:txBody>
      </p:sp>
      <p:sp>
        <p:nvSpPr>
          <p:cNvPr id="4" name="Footer Placeholder">
            <a:extLst>
              <a:ext uri="{FF2B5EF4-FFF2-40B4-BE49-F238E27FC236}">
                <a16:creationId xmlns:a16="http://schemas.microsoft.com/office/drawing/2014/main" id="{F80D0117-50BB-4A8D-AD28-794FFDA35404}"/>
              </a:ext>
            </a:extLst>
          </p:cNvPr>
          <p:cNvSpPr>
            <a:spLocks noGrp="1"/>
          </p:cNvSpPr>
          <p:nvPr>
            <p:ph type="ftr" sz="quarter" idx="16"/>
          </p:nvPr>
        </p:nvSpPr>
        <p:spPr/>
        <p:txBody>
          <a:bodyPr/>
          <a:lstStyle/>
          <a:p>
            <a:pPr>
              <a:lnSpc>
                <a:spcPct val="100000"/>
              </a:lnSpc>
            </a:pPr>
            <a:r>
              <a:rPr lang="en-US"/>
              <a:t>Restricted | © Siemens 2024 | Siemens Digital Industries Software</a:t>
            </a:r>
            <a:endParaRPr lang="en-US" dirty="0"/>
          </a:p>
        </p:txBody>
      </p:sp>
      <p:sp>
        <p:nvSpPr>
          <p:cNvPr id="5" name="Slide Number Placeholder">
            <a:extLst>
              <a:ext uri="{FF2B5EF4-FFF2-40B4-BE49-F238E27FC236}">
                <a16:creationId xmlns:a16="http://schemas.microsoft.com/office/drawing/2014/main" id="{79F3E7D3-5B15-444A-88AC-9161D47F12FD}"/>
              </a:ext>
            </a:extLst>
          </p:cNvPr>
          <p:cNvSpPr>
            <a:spLocks noGrp="1"/>
          </p:cNvSpPr>
          <p:nvPr>
            <p:ph type="sldNum" sz="quarter" idx="17"/>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30251D14-AF6A-4279-B0A9-69FD9519EA5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037218985"/>
      </p:ext>
    </p:extLst>
  </p:cSld>
  <p:clrMapOvr>
    <a:masterClrMapping/>
  </p:clrMapOvr>
  <p:extLst>
    <p:ext uri="{DCECCB84-F9BA-43D5-87BE-67443E8EF086}">
      <p15:sldGuideLst xmlns:p15="http://schemas.microsoft.com/office/powerpoint/2012/main">
        <p15:guide id="9" pos="6472">
          <p15:clr>
            <a:srgbClr val="65CEFF"/>
          </p15:clr>
        </p15:guide>
        <p15:guide id="12" orient="horz" pos="664">
          <p15:clr>
            <a:srgbClr val="65CEFF"/>
          </p15:clr>
        </p15:guide>
        <p15:guide id="18" orient="horz" pos="4157">
          <p15:clr>
            <a:srgbClr val="65CE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Text spotlight)">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1CAAD1C1-677B-4ED7-96BE-27B1141D53D5}"/>
              </a:ext>
            </a:extLst>
          </p:cNvPr>
          <p:cNvSpPr>
            <a:spLocks noGrp="1"/>
          </p:cNvSpPr>
          <p:nvPr>
            <p:ph type="pic" sz="quarter" idx="12" hasCustomPrompt="1"/>
          </p:nvPr>
        </p:nvSpPr>
        <p:spPr>
          <a:xfrm>
            <a:off x="0" y="1"/>
            <a:ext cx="7611160" cy="6167438"/>
          </a:xfrm>
          <a:solidFill>
            <a:schemeClr val="accent1"/>
          </a:solidFill>
        </p:spPr>
        <p:txBody>
          <a:bodyPr lIns="144000" tIns="108000" rIns="144000" bIns="108000"/>
          <a:lstStyle>
            <a:lvl1pPr marL="0" indent="0">
              <a:buNone/>
              <a:defRPr>
                <a:solidFill>
                  <a:schemeClr val="bg1"/>
                </a:solidFill>
              </a:defRPr>
            </a:lvl1pPr>
          </a:lstStyle>
          <a:p>
            <a:r>
              <a:rPr lang="en-US" noProof="0" dirty="0"/>
              <a:t>Picture</a:t>
            </a:r>
          </a:p>
        </p:txBody>
      </p:sp>
      <p:sp>
        <p:nvSpPr>
          <p:cNvPr id="2" name="Title">
            <a:extLst>
              <a:ext uri="{FF2B5EF4-FFF2-40B4-BE49-F238E27FC236}">
                <a16:creationId xmlns:a16="http://schemas.microsoft.com/office/drawing/2014/main" id="{AFFC798E-B633-4D30-A7C1-DC796BD8887A}"/>
              </a:ext>
            </a:extLst>
          </p:cNvPr>
          <p:cNvSpPr>
            <a:spLocks noGrp="1"/>
          </p:cNvSpPr>
          <p:nvPr>
            <p:ph type="title" hasCustomPrompt="1"/>
          </p:nvPr>
        </p:nvSpPr>
        <p:spPr>
          <a:xfrm>
            <a:off x="1022400" y="1054100"/>
            <a:ext cx="6156275" cy="2215991"/>
          </a:xfrm>
          <a:noFill/>
        </p:spPr>
        <p:txBody>
          <a:bodyPr wrap="square" rIns="0" bIns="0" anchor="t">
            <a:spAutoFit/>
          </a:bodyPr>
          <a:lstStyle>
            <a:lvl1pPr marL="0">
              <a:lnSpc>
                <a:spcPct val="100000"/>
              </a:lnSpc>
              <a:defRPr sz="4800">
                <a:solidFill>
                  <a:schemeClr val="tx1"/>
                </a:solidFill>
              </a:defRPr>
            </a:lvl1pPr>
          </a:lstStyle>
          <a:p>
            <a:r>
              <a:rPr lang="en-US" dirty="0"/>
              <a:t>Click to edit </a:t>
            </a:r>
            <a:br>
              <a:rPr lang="en-US" dirty="0"/>
            </a:br>
            <a:r>
              <a:rPr lang="en-US" dirty="0"/>
              <a:t>Master title style</a:t>
            </a:r>
            <a:br>
              <a:rPr lang="en-US" dirty="0"/>
            </a:br>
            <a:r>
              <a:rPr lang="en-US" dirty="0"/>
              <a:t>3 lines</a:t>
            </a:r>
          </a:p>
        </p:txBody>
      </p:sp>
      <p:sp>
        <p:nvSpPr>
          <p:cNvPr id="3" name="Copy">
            <a:extLst>
              <a:ext uri="{FF2B5EF4-FFF2-40B4-BE49-F238E27FC236}">
                <a16:creationId xmlns:a16="http://schemas.microsoft.com/office/drawing/2014/main" id="{6F965802-E517-4CC3-99D7-1DA8BF1FB020}"/>
              </a:ext>
            </a:extLst>
          </p:cNvPr>
          <p:cNvSpPr>
            <a:spLocks noGrp="1"/>
          </p:cNvSpPr>
          <p:nvPr>
            <p:ph type="body" sz="quarter" idx="18"/>
          </p:nvPr>
        </p:nvSpPr>
        <p:spPr>
          <a:xfrm>
            <a:off x="8042400" y="1054100"/>
            <a:ext cx="3744000" cy="5113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Footer Placeholder">
            <a:extLst>
              <a:ext uri="{FF2B5EF4-FFF2-40B4-BE49-F238E27FC236}">
                <a16:creationId xmlns:a16="http://schemas.microsoft.com/office/drawing/2014/main" id="{F80D0117-50BB-4A8D-AD28-794FFDA35404}"/>
              </a:ext>
            </a:extLst>
          </p:cNvPr>
          <p:cNvSpPr>
            <a:spLocks noGrp="1"/>
          </p:cNvSpPr>
          <p:nvPr>
            <p:ph type="ftr" sz="quarter" idx="16"/>
          </p:nvPr>
        </p:nvSpPr>
        <p:spPr/>
        <p:txBody>
          <a:bodyPr/>
          <a:lstStyle/>
          <a:p>
            <a:pPr>
              <a:lnSpc>
                <a:spcPct val="100000"/>
              </a:lnSpc>
            </a:pPr>
            <a:r>
              <a:rPr lang="en-US"/>
              <a:t>Restricted | © Siemens 2024 | Siemens Digital Industries Software</a:t>
            </a:r>
            <a:endParaRPr lang="en-US" dirty="0"/>
          </a:p>
        </p:txBody>
      </p:sp>
      <p:sp>
        <p:nvSpPr>
          <p:cNvPr id="5" name="Slide Number Placeholder">
            <a:extLst>
              <a:ext uri="{FF2B5EF4-FFF2-40B4-BE49-F238E27FC236}">
                <a16:creationId xmlns:a16="http://schemas.microsoft.com/office/drawing/2014/main" id="{79F3E7D3-5B15-444A-88AC-9161D47F12FD}"/>
              </a:ext>
            </a:extLst>
          </p:cNvPr>
          <p:cNvSpPr>
            <a:spLocks noGrp="1"/>
          </p:cNvSpPr>
          <p:nvPr>
            <p:ph type="sldNum" sz="quarter" idx="17"/>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30251D14-AF6A-4279-B0A9-69FD9519EA5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624019422"/>
      </p:ext>
    </p:extLst>
  </p:cSld>
  <p:clrMapOvr>
    <a:masterClrMapping/>
  </p:clrMapOvr>
  <p:extLst>
    <p:ext uri="{DCECCB84-F9BA-43D5-87BE-67443E8EF086}">
      <p15:sldGuideLst xmlns:p15="http://schemas.microsoft.com/office/powerpoint/2012/main">
        <p15:guide id="2" pos="4522">
          <p15:clr>
            <a:srgbClr val="65CEFF"/>
          </p15:clr>
        </p15:guide>
        <p15:guide id="3" pos="4794">
          <p15:clr>
            <a:srgbClr val="65CEFF"/>
          </p15:clr>
        </p15:guide>
        <p15:guide id="4" pos="5066">
          <p15:clr>
            <a:srgbClr val="65CEFF"/>
          </p15:clr>
        </p15:guide>
        <p15:guide id="7" orient="horz" pos="302">
          <p15:clr>
            <a:srgbClr val="65CEFF"/>
          </p15:clr>
        </p15:guide>
        <p15:guide id="8" orient="horz" pos="664">
          <p15:clr>
            <a:srgbClr val="65CEFF"/>
          </p15:clr>
        </p15:guide>
        <p15:guide id="9" orient="horz" pos="891">
          <p15:clr>
            <a:srgbClr val="65CEFF"/>
          </p15:clr>
        </p15:guide>
        <p15:guide id="10" orient="horz" pos="3658">
          <p15:clr>
            <a:srgbClr val="65CEFF"/>
          </p15:clr>
        </p15:guide>
        <p15:guide id="12" orient="horz" pos="4157">
          <p15:clr>
            <a:srgbClr val="65CE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ull bleed color Deep Blue">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grpSp>
        <p:nvGrpSpPr>
          <p:cNvPr id="8" name="Gruppieren 3">
            <a:extLst>
              <a:ext uri="{FF2B5EF4-FFF2-40B4-BE49-F238E27FC236}">
                <a16:creationId xmlns:a16="http://schemas.microsoft.com/office/drawing/2014/main" id="{1931D4B0-5BB7-044B-8E7E-37B6356A645D}"/>
              </a:ext>
            </a:extLst>
          </p:cNvPr>
          <p:cNvGrpSpPr/>
          <p:nvPr userDrawn="1"/>
        </p:nvGrpSpPr>
        <p:grpSpPr>
          <a:xfrm>
            <a:off x="-218016" y="-216000"/>
            <a:ext cx="12630816" cy="7290000"/>
            <a:chOff x="-218016" y="-216000"/>
            <a:chExt cx="12630816" cy="7290000"/>
          </a:xfrm>
        </p:grpSpPr>
        <p:cxnSp>
          <p:nvCxnSpPr>
            <p:cNvPr id="9" name="Gerade Verbindung 2">
              <a:extLst>
                <a:ext uri="{FF2B5EF4-FFF2-40B4-BE49-F238E27FC236}">
                  <a16:creationId xmlns:a16="http://schemas.microsoft.com/office/drawing/2014/main" id="{20AC3071-51AC-FB43-B84D-347A9CEDE834}"/>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 name="Gerade Verbindung 35">
              <a:extLst>
                <a:ext uri="{FF2B5EF4-FFF2-40B4-BE49-F238E27FC236}">
                  <a16:creationId xmlns:a16="http://schemas.microsoft.com/office/drawing/2014/main" id="{D66211D8-F4D0-9444-AA55-B8F276EA5E19}"/>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6">
              <a:extLst>
                <a:ext uri="{FF2B5EF4-FFF2-40B4-BE49-F238E27FC236}">
                  <a16:creationId xmlns:a16="http://schemas.microsoft.com/office/drawing/2014/main" id="{665B1A9F-FA0F-9742-AEE1-758507DFC59E}"/>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7">
              <a:extLst>
                <a:ext uri="{FF2B5EF4-FFF2-40B4-BE49-F238E27FC236}">
                  <a16:creationId xmlns:a16="http://schemas.microsoft.com/office/drawing/2014/main" id="{6C20A083-DA07-A648-A114-C0F76D1669CE}"/>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8">
              <a:extLst>
                <a:ext uri="{FF2B5EF4-FFF2-40B4-BE49-F238E27FC236}">
                  <a16:creationId xmlns:a16="http://schemas.microsoft.com/office/drawing/2014/main" id="{430C91AE-B4FE-4E45-9387-4B47D4770E86}"/>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9">
              <a:extLst>
                <a:ext uri="{FF2B5EF4-FFF2-40B4-BE49-F238E27FC236}">
                  <a16:creationId xmlns:a16="http://schemas.microsoft.com/office/drawing/2014/main" id="{5BD3C978-CBD4-D94D-BD9C-D251AAECC036}"/>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1">
              <a:extLst>
                <a:ext uri="{FF2B5EF4-FFF2-40B4-BE49-F238E27FC236}">
                  <a16:creationId xmlns:a16="http://schemas.microsoft.com/office/drawing/2014/main" id="{A5EFA929-619A-1743-A15E-2C8F61C682F3}"/>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2">
              <a:extLst>
                <a:ext uri="{FF2B5EF4-FFF2-40B4-BE49-F238E27FC236}">
                  <a16:creationId xmlns:a16="http://schemas.microsoft.com/office/drawing/2014/main" id="{6386A8B0-5859-7D4B-B213-2A44B52570C4}"/>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3">
              <a:extLst>
                <a:ext uri="{FF2B5EF4-FFF2-40B4-BE49-F238E27FC236}">
                  <a16:creationId xmlns:a16="http://schemas.microsoft.com/office/drawing/2014/main" id="{C9E68A64-1244-6F4C-B14E-3CB1B5E7AD01}"/>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4">
              <a:extLst>
                <a:ext uri="{FF2B5EF4-FFF2-40B4-BE49-F238E27FC236}">
                  <a16:creationId xmlns:a16="http://schemas.microsoft.com/office/drawing/2014/main" id="{5B659EDB-6946-EE46-8C15-38C3E378A84C}"/>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1">
              <a:extLst>
                <a:ext uri="{FF2B5EF4-FFF2-40B4-BE49-F238E27FC236}">
                  <a16:creationId xmlns:a16="http://schemas.microsoft.com/office/drawing/2014/main" id="{BDD566ED-C824-8E4B-8075-13252E64971D}"/>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2">
              <a:extLst>
                <a:ext uri="{FF2B5EF4-FFF2-40B4-BE49-F238E27FC236}">
                  <a16:creationId xmlns:a16="http://schemas.microsoft.com/office/drawing/2014/main" id="{ACB28B07-2670-524B-9EFC-E6754C317A39}"/>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3">
              <a:extLst>
                <a:ext uri="{FF2B5EF4-FFF2-40B4-BE49-F238E27FC236}">
                  <a16:creationId xmlns:a16="http://schemas.microsoft.com/office/drawing/2014/main" id="{F67D631D-619E-004B-B191-35FD842F0777}"/>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4">
              <a:extLst>
                <a:ext uri="{FF2B5EF4-FFF2-40B4-BE49-F238E27FC236}">
                  <a16:creationId xmlns:a16="http://schemas.microsoft.com/office/drawing/2014/main" id="{D2865E78-7584-114D-BCE5-4CA43BE481E8}"/>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5">
              <a:extLst>
                <a:ext uri="{FF2B5EF4-FFF2-40B4-BE49-F238E27FC236}">
                  <a16:creationId xmlns:a16="http://schemas.microsoft.com/office/drawing/2014/main" id="{9B4DC7B9-EA5F-0249-8BBB-12C8BFE839AC}"/>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6">
              <a:extLst>
                <a:ext uri="{FF2B5EF4-FFF2-40B4-BE49-F238E27FC236}">
                  <a16:creationId xmlns:a16="http://schemas.microsoft.com/office/drawing/2014/main" id="{A890844E-482B-9140-88A2-657CA6078765}"/>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8">
              <a:extLst>
                <a:ext uri="{FF2B5EF4-FFF2-40B4-BE49-F238E27FC236}">
                  <a16:creationId xmlns:a16="http://schemas.microsoft.com/office/drawing/2014/main" id="{CCD7D1A2-D688-B148-B9AB-D9336A11991B}"/>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9">
              <a:extLst>
                <a:ext uri="{FF2B5EF4-FFF2-40B4-BE49-F238E27FC236}">
                  <a16:creationId xmlns:a16="http://schemas.microsoft.com/office/drawing/2014/main" id="{8B882CC1-0089-FB4B-9A55-6A7346E13569}"/>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0">
              <a:extLst>
                <a:ext uri="{FF2B5EF4-FFF2-40B4-BE49-F238E27FC236}">
                  <a16:creationId xmlns:a16="http://schemas.microsoft.com/office/drawing/2014/main" id="{7C54F1E3-A53E-F54A-9FC0-A4CAA2F44529}"/>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1">
              <a:extLst>
                <a:ext uri="{FF2B5EF4-FFF2-40B4-BE49-F238E27FC236}">
                  <a16:creationId xmlns:a16="http://schemas.microsoft.com/office/drawing/2014/main" id="{C3605ED9-11AD-5441-86F0-A65679D3F95E}"/>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4673029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2526">
          <p15:clr>
            <a:srgbClr val="65CEFF"/>
          </p15:clr>
        </p15:guide>
        <p15:guide id="3" pos="2708">
          <p15:clr>
            <a:srgbClr val="65CEFF"/>
          </p15:clr>
        </p15:guide>
        <p15:guide id="5" pos="3978">
          <p15:clr>
            <a:srgbClr val="65CEFF"/>
          </p15:clr>
        </p15:guide>
        <p15:guide id="7" pos="4975">
          <p15:clr>
            <a:srgbClr val="65CEFF"/>
          </p15:clr>
        </p15:guide>
        <p15:guide id="8" pos="5157">
          <p15:clr>
            <a:srgbClr val="65CEFF"/>
          </p15:clr>
        </p15:guide>
        <p15:guide id="11" orient="horz" pos="302">
          <p15:clr>
            <a:srgbClr val="65CEFF"/>
          </p15:clr>
        </p15:guide>
        <p15:guide id="12" orient="horz" pos="664">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8" orient="horz" pos="4157">
          <p15:clr>
            <a:srgbClr val="65CE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bleed color Gradien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5" name="Footer Placeholder">
            <a:extLst>
              <a:ext uri="{FF2B5EF4-FFF2-40B4-BE49-F238E27FC236}">
                <a16:creationId xmlns:a16="http://schemas.microsoft.com/office/drawing/2014/main" id="{E4BECE54-DDA8-4D2C-8A02-4C8E3E1585E1}"/>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6" name="Slide Number Placeholder">
            <a:extLst>
              <a:ext uri="{FF2B5EF4-FFF2-40B4-BE49-F238E27FC236}">
                <a16:creationId xmlns:a16="http://schemas.microsoft.com/office/drawing/2014/main" id="{07B7E75B-80B4-49F8-AA70-A41C9D896853}"/>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grpSp>
        <p:nvGrpSpPr>
          <p:cNvPr id="8" name="Gruppieren 3">
            <a:extLst>
              <a:ext uri="{FF2B5EF4-FFF2-40B4-BE49-F238E27FC236}">
                <a16:creationId xmlns:a16="http://schemas.microsoft.com/office/drawing/2014/main" id="{779A5D52-AC1D-1F4F-B37B-EF517351065F}"/>
              </a:ext>
            </a:extLst>
          </p:cNvPr>
          <p:cNvGrpSpPr/>
          <p:nvPr userDrawn="1"/>
        </p:nvGrpSpPr>
        <p:grpSpPr>
          <a:xfrm>
            <a:off x="-218016" y="-216000"/>
            <a:ext cx="12630816" cy="7290000"/>
            <a:chOff x="-218016" y="-216000"/>
            <a:chExt cx="12630816" cy="7290000"/>
          </a:xfrm>
        </p:grpSpPr>
        <p:cxnSp>
          <p:nvCxnSpPr>
            <p:cNvPr id="9" name="Gerade Verbindung 2">
              <a:extLst>
                <a:ext uri="{FF2B5EF4-FFF2-40B4-BE49-F238E27FC236}">
                  <a16:creationId xmlns:a16="http://schemas.microsoft.com/office/drawing/2014/main" id="{0164A7C0-E38A-4845-A81B-14410295F1FA}"/>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 name="Gerade Verbindung 35">
              <a:extLst>
                <a:ext uri="{FF2B5EF4-FFF2-40B4-BE49-F238E27FC236}">
                  <a16:creationId xmlns:a16="http://schemas.microsoft.com/office/drawing/2014/main" id="{A8FE52FD-6341-EF4D-B2A0-DFC3B16300D2}"/>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6">
              <a:extLst>
                <a:ext uri="{FF2B5EF4-FFF2-40B4-BE49-F238E27FC236}">
                  <a16:creationId xmlns:a16="http://schemas.microsoft.com/office/drawing/2014/main" id="{4E586142-9E41-B545-A2EB-40D9DB25BE75}"/>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7">
              <a:extLst>
                <a:ext uri="{FF2B5EF4-FFF2-40B4-BE49-F238E27FC236}">
                  <a16:creationId xmlns:a16="http://schemas.microsoft.com/office/drawing/2014/main" id="{B0704CCC-F812-684E-8535-AE05F395E60F}"/>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8">
              <a:extLst>
                <a:ext uri="{FF2B5EF4-FFF2-40B4-BE49-F238E27FC236}">
                  <a16:creationId xmlns:a16="http://schemas.microsoft.com/office/drawing/2014/main" id="{2F0FF1E9-45D4-1F40-92F1-5A4A8A468AF5}"/>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9">
              <a:extLst>
                <a:ext uri="{FF2B5EF4-FFF2-40B4-BE49-F238E27FC236}">
                  <a16:creationId xmlns:a16="http://schemas.microsoft.com/office/drawing/2014/main" id="{C2D9207B-5402-0444-9E56-7B8709F7CAF4}"/>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1">
              <a:extLst>
                <a:ext uri="{FF2B5EF4-FFF2-40B4-BE49-F238E27FC236}">
                  <a16:creationId xmlns:a16="http://schemas.microsoft.com/office/drawing/2014/main" id="{4341ABCA-F3C5-C14E-BC3B-15EC9AB34A71}"/>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2">
              <a:extLst>
                <a:ext uri="{FF2B5EF4-FFF2-40B4-BE49-F238E27FC236}">
                  <a16:creationId xmlns:a16="http://schemas.microsoft.com/office/drawing/2014/main" id="{3557B251-4149-4047-8880-F9AC17388BE6}"/>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3">
              <a:extLst>
                <a:ext uri="{FF2B5EF4-FFF2-40B4-BE49-F238E27FC236}">
                  <a16:creationId xmlns:a16="http://schemas.microsoft.com/office/drawing/2014/main" id="{1ECCEFAA-150F-5B41-A208-D75636E3BD7A}"/>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4">
              <a:extLst>
                <a:ext uri="{FF2B5EF4-FFF2-40B4-BE49-F238E27FC236}">
                  <a16:creationId xmlns:a16="http://schemas.microsoft.com/office/drawing/2014/main" id="{7F743078-0B19-4F44-8EAC-82DDFB4897A0}"/>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1">
              <a:extLst>
                <a:ext uri="{FF2B5EF4-FFF2-40B4-BE49-F238E27FC236}">
                  <a16:creationId xmlns:a16="http://schemas.microsoft.com/office/drawing/2014/main" id="{7743F185-2FC2-F549-911C-7FE354AE7F3D}"/>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2">
              <a:extLst>
                <a:ext uri="{FF2B5EF4-FFF2-40B4-BE49-F238E27FC236}">
                  <a16:creationId xmlns:a16="http://schemas.microsoft.com/office/drawing/2014/main" id="{ECEC6793-214A-A94B-A7AB-064B66B39937}"/>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3">
              <a:extLst>
                <a:ext uri="{FF2B5EF4-FFF2-40B4-BE49-F238E27FC236}">
                  <a16:creationId xmlns:a16="http://schemas.microsoft.com/office/drawing/2014/main" id="{6F74BFC8-AF0F-8447-86D6-6BE44E918187}"/>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4">
              <a:extLst>
                <a:ext uri="{FF2B5EF4-FFF2-40B4-BE49-F238E27FC236}">
                  <a16:creationId xmlns:a16="http://schemas.microsoft.com/office/drawing/2014/main" id="{06ACB9B8-F0C4-1D42-B257-2596F149E6FA}"/>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5">
              <a:extLst>
                <a:ext uri="{FF2B5EF4-FFF2-40B4-BE49-F238E27FC236}">
                  <a16:creationId xmlns:a16="http://schemas.microsoft.com/office/drawing/2014/main" id="{01E798D3-5BB6-9C4E-AAFC-4E5192CACA36}"/>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6">
              <a:extLst>
                <a:ext uri="{FF2B5EF4-FFF2-40B4-BE49-F238E27FC236}">
                  <a16:creationId xmlns:a16="http://schemas.microsoft.com/office/drawing/2014/main" id="{A2FABF00-D7AE-B543-8F2B-4141998EEA78}"/>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8">
              <a:extLst>
                <a:ext uri="{FF2B5EF4-FFF2-40B4-BE49-F238E27FC236}">
                  <a16:creationId xmlns:a16="http://schemas.microsoft.com/office/drawing/2014/main" id="{4C1898B0-0B29-8546-B98E-12253A318EC3}"/>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9">
              <a:extLst>
                <a:ext uri="{FF2B5EF4-FFF2-40B4-BE49-F238E27FC236}">
                  <a16:creationId xmlns:a16="http://schemas.microsoft.com/office/drawing/2014/main" id="{B0C12DD3-A3BE-0B44-808F-7D5934B39484}"/>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0">
              <a:extLst>
                <a:ext uri="{FF2B5EF4-FFF2-40B4-BE49-F238E27FC236}">
                  <a16:creationId xmlns:a16="http://schemas.microsoft.com/office/drawing/2014/main" id="{11087255-4C15-AF4C-94BB-CC659FFBBE5D}"/>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61">
              <a:extLst>
                <a:ext uri="{FF2B5EF4-FFF2-40B4-BE49-F238E27FC236}">
                  <a16:creationId xmlns:a16="http://schemas.microsoft.com/office/drawing/2014/main" id="{80EBD7EC-186F-3C49-AFAC-1212DB81ED79}"/>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8604609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2526">
          <p15:clr>
            <a:srgbClr val="65CEFF"/>
          </p15:clr>
        </p15:guide>
        <p15:guide id="3" pos="2708">
          <p15:clr>
            <a:srgbClr val="65CEFF"/>
          </p15:clr>
        </p15:guide>
        <p15:guide id="5" pos="3978">
          <p15:clr>
            <a:srgbClr val="65CEFF"/>
          </p15:clr>
        </p15:guide>
        <p15:guide id="7" pos="4975">
          <p15:clr>
            <a:srgbClr val="65CEFF"/>
          </p15:clr>
        </p15:guide>
        <p15:guide id="8" pos="5157">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8" orient="horz" pos="4157">
          <p15:clr>
            <a:srgbClr val="65CE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dirty="0"/>
              <a:t>Click to edit Master title style</a:t>
            </a:r>
          </a:p>
        </p:txBody>
      </p:sp>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7199313" cy="4752000"/>
          </a:xfrm>
          <a:prstGeom prst="rect">
            <a:avLst/>
          </a:prstGeo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621717761"/>
      </p:ext>
    </p:extLst>
  </p:cSld>
  <p:clrMapOvr>
    <a:masterClrMapping/>
  </p:clrMapOvr>
  <p:extLst>
    <p:ext uri="{DCECCB84-F9BA-43D5-87BE-67443E8EF086}">
      <p15:sldGuideLst xmlns:p15="http://schemas.microsoft.com/office/powerpoint/2012/main">
        <p15:guide id="2" pos="4794">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object (large)">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dirty="0"/>
              <a:t>Click to edit Master title style</a:t>
            </a:r>
          </a:p>
        </p:txBody>
      </p:sp>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11376026" cy="4752000"/>
          </a:xfrm>
          <a:prstGeom prst="rect">
            <a:avLst/>
          </a:prstGeo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Footer Placeholder">
            <a:extLst>
              <a:ext uri="{FF2B5EF4-FFF2-40B4-BE49-F238E27FC236}">
                <a16:creationId xmlns:a16="http://schemas.microsoft.com/office/drawing/2014/main" id="{7367E6C0-4D2C-4C5F-86D8-A2CFF0EB3D6A}"/>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6" name="Slide Number Placeholder">
            <a:extLst>
              <a:ext uri="{FF2B5EF4-FFF2-40B4-BE49-F238E27FC236}">
                <a16:creationId xmlns:a16="http://schemas.microsoft.com/office/drawing/2014/main" id="{6F746812-65E3-4C09-AC38-B0CFE93C8A95}"/>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973947955"/>
      </p:ext>
    </p:extLst>
  </p:cSld>
  <p:clrMapOvr>
    <a:masterClrMapping/>
  </p:clrMapOvr>
  <p:extLst>
    <p:ext uri="{DCECCB84-F9BA-43D5-87BE-67443E8EF086}">
      <p15:sldGuideLst xmlns:p15="http://schemas.microsoft.com/office/powerpoint/2012/main">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9" orient="horz" pos="4157">
          <p15:clr>
            <a:srgbClr val="65CE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dirty="0"/>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4752000"/>
          </a:xfrm>
          <a:prstGeom prst="rect">
            <a:avLst/>
          </a:prstGeo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4752000"/>
          </a:xfrm>
          <a:prstGeom prst="rect">
            <a:avLst/>
          </a:prstGeo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a:extLst>
              <a:ext uri="{FF2B5EF4-FFF2-40B4-BE49-F238E27FC236}">
                <a16:creationId xmlns:a16="http://schemas.microsoft.com/office/drawing/2014/main" id="{33A503D1-D234-4258-9A03-D858B10BA46D}"/>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7" name="Slide Number Placeholder">
            <a:extLst>
              <a:ext uri="{FF2B5EF4-FFF2-40B4-BE49-F238E27FC236}">
                <a16:creationId xmlns:a16="http://schemas.microsoft.com/office/drawing/2014/main" id="{21AA656B-0BAF-4B75-90BE-93CAC5946C0B}"/>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61275244"/>
      </p:ext>
    </p:extLst>
  </p:cSld>
  <p:clrMapOvr>
    <a:masterClrMapping/>
  </p:clrMapOvr>
  <p:extLst>
    <p:ext uri="{DCECCB84-F9BA-43D5-87BE-67443E8EF086}">
      <p15:sldGuideLst xmlns:p15="http://schemas.microsoft.com/office/powerpoint/2012/main">
        <p15:guide id="2" pos="3705">
          <p15:clr>
            <a:srgbClr val="65CEFF"/>
          </p15:clr>
        </p15:guide>
        <p15:guide id="3" pos="3978">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1"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dirty="0"/>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3600000" cy="4752000"/>
          </a:xfrm>
          <a:prstGeom prst="rect">
            <a:avLst/>
          </a:prstGeo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4298400" y="1414800"/>
            <a:ext cx="3600000" cy="4752000"/>
          </a:xfrm>
          <a:prstGeom prst="rect">
            <a:avLst/>
          </a:prstGeo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Copy 3">
            <a:extLst>
              <a:ext uri="{FF2B5EF4-FFF2-40B4-BE49-F238E27FC236}">
                <a16:creationId xmlns:a16="http://schemas.microsoft.com/office/drawing/2014/main" id="{F020B491-E63A-4FB5-94ED-2BC31EB35C33}"/>
              </a:ext>
            </a:extLst>
          </p:cNvPr>
          <p:cNvSpPr>
            <a:spLocks noGrp="1"/>
          </p:cNvSpPr>
          <p:nvPr>
            <p:ph sz="half" idx="12"/>
          </p:nvPr>
        </p:nvSpPr>
        <p:spPr>
          <a:xfrm>
            <a:off x="8186400" y="1414800"/>
            <a:ext cx="3600000" cy="4752000"/>
          </a:xfrm>
          <a:prstGeom prst="rect">
            <a:avLst/>
          </a:prstGeo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a:extLst>
              <a:ext uri="{FF2B5EF4-FFF2-40B4-BE49-F238E27FC236}">
                <a16:creationId xmlns:a16="http://schemas.microsoft.com/office/drawing/2014/main" id="{E613FA68-C74A-4621-9563-250388EBCC8B}"/>
              </a:ext>
            </a:extLst>
          </p:cNvPr>
          <p:cNvSpPr>
            <a:spLocks noGrp="1"/>
          </p:cNvSpPr>
          <p:nvPr>
            <p:ph type="ftr" sz="quarter" idx="13"/>
          </p:nvPr>
        </p:nvSpPr>
        <p:spPr/>
        <p:txBody>
          <a:bodyPr/>
          <a:lstStyle/>
          <a:p>
            <a:pPr>
              <a:lnSpc>
                <a:spcPct val="100000"/>
              </a:lnSpc>
            </a:pPr>
            <a:r>
              <a:rPr lang="en-US"/>
              <a:t>Restricted | © Siemens 2024 | Siemens Digital Industries Software</a:t>
            </a:r>
            <a:endParaRPr lang="en-US" dirty="0"/>
          </a:p>
        </p:txBody>
      </p:sp>
      <p:sp>
        <p:nvSpPr>
          <p:cNvPr id="7" name="Slide Number Placeholder">
            <a:extLst>
              <a:ext uri="{FF2B5EF4-FFF2-40B4-BE49-F238E27FC236}">
                <a16:creationId xmlns:a16="http://schemas.microsoft.com/office/drawing/2014/main" id="{F9117D9C-D502-472C-A3C8-FA9087A2EDCE}"/>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208731568"/>
      </p:ext>
    </p:extLst>
  </p:cSld>
  <p:clrMapOvr>
    <a:masterClrMapping/>
  </p:clrMapOvr>
  <p:extLst>
    <p:ext uri="{DCECCB84-F9BA-43D5-87BE-67443E8EF086}">
      <p15:sldGuideLst xmlns:p15="http://schemas.microsoft.com/office/powerpoint/2012/main">
        <p15:guide id="2" pos="2526">
          <p15:clr>
            <a:srgbClr val="65CEFF"/>
          </p15:clr>
        </p15:guide>
        <p15:guide id="3" pos="2708">
          <p15:clr>
            <a:srgbClr val="65CEFF"/>
          </p15:clr>
        </p15:guide>
        <p15:guide id="4" pos="4975">
          <p15:clr>
            <a:srgbClr val="65CEFF"/>
          </p15:clr>
        </p15:guide>
        <p15:guide id="5" pos="5157">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3" orient="horz" pos="4157">
          <p15:clr>
            <a:srgbClr val="65CE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object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dirty="0"/>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Copy 2">
            <a:extLst>
              <a:ext uri="{FF2B5EF4-FFF2-40B4-BE49-F238E27FC236}">
                <a16:creationId xmlns:a16="http://schemas.microsoft.com/office/drawing/2014/main" id="{2871E7F7-6A93-4406-8617-80D9CFF396A8}"/>
              </a:ext>
            </a:extLst>
          </p:cNvPr>
          <p:cNvSpPr>
            <a:spLocks noGrp="1"/>
          </p:cNvSpPr>
          <p:nvPr>
            <p:ph sz="half" idx="12"/>
          </p:nvPr>
        </p:nvSpPr>
        <p:spPr>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4" name="Copy 3">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py 4">
            <a:extLst>
              <a:ext uri="{FF2B5EF4-FFF2-40B4-BE49-F238E27FC236}">
                <a16:creationId xmlns:a16="http://schemas.microsoft.com/office/drawing/2014/main" id="{7AD3B9B1-3210-46C8-8222-A0E11719EB88}"/>
              </a:ext>
            </a:extLst>
          </p:cNvPr>
          <p:cNvSpPr>
            <a:spLocks noGrp="1"/>
          </p:cNvSpPr>
          <p:nvPr>
            <p:ph sz="half" idx="13"/>
          </p:nvPr>
        </p:nvSpPr>
        <p:spPr>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Footer Placeholder">
            <a:extLst>
              <a:ext uri="{FF2B5EF4-FFF2-40B4-BE49-F238E27FC236}">
                <a16:creationId xmlns:a16="http://schemas.microsoft.com/office/drawing/2014/main" id="{1DF6F0C8-00D9-4034-B3CC-D376702BE1C8}"/>
              </a:ext>
            </a:extLst>
          </p:cNvPr>
          <p:cNvSpPr>
            <a:spLocks noGrp="1"/>
          </p:cNvSpPr>
          <p:nvPr>
            <p:ph type="ftr" sz="quarter" idx="14"/>
          </p:nvPr>
        </p:nvSpPr>
        <p:spPr/>
        <p:txBody>
          <a:bodyPr/>
          <a:lstStyle/>
          <a:p>
            <a:pPr>
              <a:lnSpc>
                <a:spcPct val="100000"/>
              </a:lnSpc>
            </a:pPr>
            <a:r>
              <a:rPr lang="en-US"/>
              <a:t>Restricted | © Siemens 2024 | Siemens Digital Industries Software</a:t>
            </a:r>
            <a:endParaRPr lang="en-US" dirty="0"/>
          </a:p>
        </p:txBody>
      </p:sp>
      <p:sp>
        <p:nvSpPr>
          <p:cNvPr id="7" name="Slide Number Placeholder">
            <a:extLst>
              <a:ext uri="{FF2B5EF4-FFF2-40B4-BE49-F238E27FC236}">
                <a16:creationId xmlns:a16="http://schemas.microsoft.com/office/drawing/2014/main" id="{53D55964-F7E8-48E3-84D5-FE4FE835C563}"/>
              </a:ext>
            </a:extLst>
          </p:cNvPr>
          <p:cNvSpPr>
            <a:spLocks noGrp="1"/>
          </p:cNvSpPr>
          <p:nvPr>
            <p:ph type="sldNum" sz="quarter" idx="15"/>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861066175"/>
      </p:ext>
    </p:extLst>
  </p:cSld>
  <p:clrMapOvr>
    <a:masterClrMapping/>
  </p:clrMapOvr>
  <p:extLst>
    <p:ext uri="{DCECCB84-F9BA-43D5-87BE-67443E8EF086}">
      <p15:sldGuideLst xmlns:p15="http://schemas.microsoft.com/office/powerpoint/2012/main">
        <p15:guide id="3" pos="3978">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3" orient="horz" pos="4157">
          <p15:clr>
            <a:srgbClr val="65CE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Spot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68133C-15D2-4F33-802E-DF15E7891829}"/>
              </a:ext>
            </a:extLst>
          </p:cNvPr>
          <p:cNvSpPr>
            <a:spLocks noGrp="1"/>
          </p:cNvSpPr>
          <p:nvPr>
            <p:ph type="title"/>
          </p:nvPr>
        </p:nvSpPr>
        <p:spPr/>
        <p:txBody>
          <a:bodyPr/>
          <a:lstStyle/>
          <a:p>
            <a:r>
              <a:rPr lang="en-US" dirty="0"/>
              <a:t>Click to edit Master title style</a:t>
            </a:r>
          </a:p>
        </p:txBody>
      </p:sp>
      <p:sp>
        <p:nvSpPr>
          <p:cNvPr id="7" name="Picture Placeholder">
            <a:extLst>
              <a:ext uri="{FF2B5EF4-FFF2-40B4-BE49-F238E27FC236}">
                <a16:creationId xmlns:a16="http://schemas.microsoft.com/office/drawing/2014/main" id="{90866A30-329B-420B-B42B-2C69E0DE6D9B}"/>
              </a:ext>
            </a:extLst>
          </p:cNvPr>
          <p:cNvSpPr>
            <a:spLocks noGrp="1"/>
          </p:cNvSpPr>
          <p:nvPr>
            <p:ph type="pic" sz="quarter" idx="12"/>
          </p:nvPr>
        </p:nvSpPr>
        <p:spPr>
          <a:xfrm>
            <a:off x="411161" y="1414800"/>
            <a:ext cx="7199313" cy="4752000"/>
          </a:xfrm>
          <a:solidFill>
            <a:schemeClr val="bg2"/>
          </a:solidFill>
        </p:spPr>
        <p:txBody>
          <a:bodyPr>
            <a:noAutofit/>
          </a:bodyPr>
          <a:lstStyle/>
          <a:p>
            <a:endParaRPr lang="en-US" dirty="0"/>
          </a:p>
        </p:txBody>
      </p:sp>
      <p:sp>
        <p:nvSpPr>
          <p:cNvPr id="4" name="Copy">
            <a:extLst>
              <a:ext uri="{FF2B5EF4-FFF2-40B4-BE49-F238E27FC236}">
                <a16:creationId xmlns:a16="http://schemas.microsoft.com/office/drawing/2014/main" id="{BF3FF41E-3844-4153-B955-A1F3E9EC1D30}"/>
              </a:ext>
            </a:extLst>
          </p:cNvPr>
          <p:cNvSpPr>
            <a:spLocks noGrp="1"/>
          </p:cNvSpPr>
          <p:nvPr>
            <p:ph sz="half" idx="2"/>
          </p:nvPr>
        </p:nvSpPr>
        <p:spPr>
          <a:xfrm>
            <a:off x="8043189" y="1414800"/>
            <a:ext cx="3744000" cy="4752000"/>
          </a:xfrm>
          <a:prstGeom prst="rect">
            <a:avLst/>
          </a:prstGeo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3" name="Footer Placeholder">
            <a:extLst>
              <a:ext uri="{FF2B5EF4-FFF2-40B4-BE49-F238E27FC236}">
                <a16:creationId xmlns:a16="http://schemas.microsoft.com/office/drawing/2014/main" id="{33756E69-CA2F-47EC-9D32-CB09C4CD83F1}"/>
              </a:ext>
            </a:extLst>
          </p:cNvPr>
          <p:cNvSpPr>
            <a:spLocks noGrp="1"/>
          </p:cNvSpPr>
          <p:nvPr>
            <p:ph type="ftr" sz="quarter" idx="13"/>
          </p:nvPr>
        </p:nvSpPr>
        <p:spPr/>
        <p:txBody>
          <a:bodyPr/>
          <a:lstStyle/>
          <a:p>
            <a:pPr>
              <a:lnSpc>
                <a:spcPct val="100000"/>
              </a:lnSpc>
            </a:pPr>
            <a:r>
              <a:rPr lang="en-US"/>
              <a:t>Restricted | © Siemens 2024 | Siemens Digital Industries Software</a:t>
            </a:r>
            <a:endParaRPr lang="en-US" dirty="0"/>
          </a:p>
        </p:txBody>
      </p:sp>
      <p:sp>
        <p:nvSpPr>
          <p:cNvPr id="5" name="Slide Number Placeholder">
            <a:extLst>
              <a:ext uri="{FF2B5EF4-FFF2-40B4-BE49-F238E27FC236}">
                <a16:creationId xmlns:a16="http://schemas.microsoft.com/office/drawing/2014/main" id="{95022CCB-0484-488B-8637-222C3919B0F7}"/>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F468BE17-5D03-45C2-9D37-CF354AAA958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343022613"/>
      </p:ext>
    </p:extLst>
  </p:cSld>
  <p:clrMapOvr>
    <a:masterClrMapping/>
  </p:clrMapOvr>
  <p:extLst>
    <p:ext uri="{DCECCB84-F9BA-43D5-87BE-67443E8EF086}">
      <p15:sldGuideLst xmlns:p15="http://schemas.microsoft.com/office/powerpoint/2012/main">
        <p15:guide id="2" pos="4794">
          <p15:clr>
            <a:srgbClr val="65CEFF"/>
          </p15:clr>
        </p15:guide>
        <p15:guide id="3" pos="5066">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1" orient="horz" pos="4157">
          <p15:clr>
            <a:srgbClr val="65CE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s without logo (Spot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0C7B869-3095-4D4F-B832-8B6077991AA5}"/>
              </a:ext>
            </a:extLst>
          </p:cNvPr>
          <p:cNvSpPr>
            <a:spLocks noGrp="1"/>
          </p:cNvSpPr>
          <p:nvPr>
            <p:ph type="title"/>
          </p:nvPr>
        </p:nvSpPr>
        <p:spPr/>
        <p:txBody>
          <a:bodyPr/>
          <a:lstStyle/>
          <a:p>
            <a:r>
              <a:rPr lang="en-US" dirty="0"/>
              <a:t>Click to edit Master title style</a:t>
            </a:r>
          </a:p>
        </p:txBody>
      </p:sp>
      <p:sp>
        <p:nvSpPr>
          <p:cNvPr id="9" name="Picture Placeholder">
            <a:extLst>
              <a:ext uri="{FF2B5EF4-FFF2-40B4-BE49-F238E27FC236}">
                <a16:creationId xmlns:a16="http://schemas.microsoft.com/office/drawing/2014/main" id="{299C05E6-AE55-4C36-8543-1DA3751542EB}"/>
              </a:ext>
            </a:extLst>
          </p:cNvPr>
          <p:cNvSpPr>
            <a:spLocks noGrp="1"/>
          </p:cNvSpPr>
          <p:nvPr>
            <p:ph type="pic" sz="quarter" idx="12"/>
          </p:nvPr>
        </p:nvSpPr>
        <p:spPr>
          <a:xfrm>
            <a:off x="411163" y="1414800"/>
            <a:ext cx="7199311" cy="4752000"/>
          </a:xfrm>
          <a:solidFill>
            <a:schemeClr val="bg2"/>
          </a:solidFill>
        </p:spPr>
        <p:txBody>
          <a:bodyPr/>
          <a:lstStyle/>
          <a:p>
            <a:endParaRPr lang="en-US" dirty="0"/>
          </a:p>
        </p:txBody>
      </p:sp>
      <p:sp>
        <p:nvSpPr>
          <p:cNvPr id="4" name="Copy">
            <a:extLst>
              <a:ext uri="{FF2B5EF4-FFF2-40B4-BE49-F238E27FC236}">
                <a16:creationId xmlns:a16="http://schemas.microsoft.com/office/drawing/2014/main" id="{BF3FF41E-3844-4153-B955-A1F3E9EC1D30}"/>
              </a:ext>
            </a:extLst>
          </p:cNvPr>
          <p:cNvSpPr>
            <a:spLocks noGrp="1"/>
          </p:cNvSpPr>
          <p:nvPr>
            <p:ph sz="half" idx="2"/>
          </p:nvPr>
        </p:nvSpPr>
        <p:spPr>
          <a:xfrm>
            <a:off x="8043189" y="1414800"/>
            <a:ext cx="3744000" cy="4752000"/>
          </a:xfrm>
          <a:prstGeom prst="rect">
            <a:avLst/>
          </a:prstGeo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Footer Placeholder">
            <a:extLst>
              <a:ext uri="{FF2B5EF4-FFF2-40B4-BE49-F238E27FC236}">
                <a16:creationId xmlns:a16="http://schemas.microsoft.com/office/drawing/2014/main" id="{2BA12055-C879-45E9-A105-2B26D233C9D4}"/>
              </a:ext>
            </a:extLst>
          </p:cNvPr>
          <p:cNvSpPr>
            <a:spLocks noGrp="1"/>
          </p:cNvSpPr>
          <p:nvPr>
            <p:ph type="ftr" sz="quarter" idx="13"/>
          </p:nvPr>
        </p:nvSpPr>
        <p:spPr/>
        <p:txBody>
          <a:bodyPr/>
          <a:lstStyle/>
          <a:p>
            <a:pPr>
              <a:lnSpc>
                <a:spcPct val="100000"/>
              </a:lnSpc>
            </a:pPr>
            <a:r>
              <a:rPr lang="en-US"/>
              <a:t>Restricted | © Siemens 2024 | Siemens Digital Industries Software</a:t>
            </a:r>
            <a:endParaRPr lang="en-US" dirty="0"/>
          </a:p>
        </p:txBody>
      </p:sp>
      <p:sp>
        <p:nvSpPr>
          <p:cNvPr id="7" name="Slide Number Placeholder">
            <a:extLst>
              <a:ext uri="{FF2B5EF4-FFF2-40B4-BE49-F238E27FC236}">
                <a16:creationId xmlns:a16="http://schemas.microsoft.com/office/drawing/2014/main" id="{9AD82E40-8759-4AAC-B9F2-63E0F2C4CC7C}"/>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8" name="Siemens Logo">
            <a:extLst>
              <a:ext uri="{FF2B5EF4-FFF2-40B4-BE49-F238E27FC236}">
                <a16:creationId xmlns:a16="http://schemas.microsoft.com/office/drawing/2014/main" id="{71BFC655-2850-F345-9ACF-84A558DBD59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455834271"/>
      </p:ext>
    </p:extLst>
  </p:cSld>
  <p:clrMapOvr>
    <a:masterClrMapping/>
  </p:clrMapOvr>
  <p:extLst>
    <p:ext uri="{DCECCB84-F9BA-43D5-87BE-67443E8EF086}">
      <p15:sldGuideLst xmlns:p15="http://schemas.microsoft.com/office/powerpoint/2012/main">
        <p15:guide id="2" pos="4794">
          <p15:clr>
            <a:srgbClr val="65CEFF"/>
          </p15:clr>
        </p15:guide>
        <p15:guide id="3" pos="5066">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table (large)">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6" name="Table Placeholder">
            <a:extLst>
              <a:ext uri="{FF2B5EF4-FFF2-40B4-BE49-F238E27FC236}">
                <a16:creationId xmlns:a16="http://schemas.microsoft.com/office/drawing/2014/main" id="{D41D1FE0-EDDA-47B8-BF1F-831D4733C32A}"/>
              </a:ext>
            </a:extLst>
          </p:cNvPr>
          <p:cNvSpPr>
            <a:spLocks noGrp="1"/>
          </p:cNvSpPr>
          <p:nvPr>
            <p:ph type="tbl" sz="quarter" idx="12"/>
          </p:nvPr>
        </p:nvSpPr>
        <p:spPr>
          <a:xfrm>
            <a:off x="404812" y="1414461"/>
            <a:ext cx="11376026" cy="4392000"/>
          </a:xfrm>
        </p:spPr>
        <p:txBody>
          <a:bodyPr/>
          <a:lstStyle/>
          <a:p>
            <a:endParaRPr lang="en-US" dirty="0"/>
          </a:p>
        </p:txBody>
      </p:sp>
      <p:sp>
        <p:nvSpPr>
          <p:cNvPr id="3" name="Footer Placeholder">
            <a:extLst>
              <a:ext uri="{FF2B5EF4-FFF2-40B4-BE49-F238E27FC236}">
                <a16:creationId xmlns:a16="http://schemas.microsoft.com/office/drawing/2014/main" id="{9CEA2FAD-1597-4F5C-878D-02CB854024F3}"/>
              </a:ext>
            </a:extLst>
          </p:cNvPr>
          <p:cNvSpPr>
            <a:spLocks noGrp="1"/>
          </p:cNvSpPr>
          <p:nvPr>
            <p:ph type="ftr" sz="quarter" idx="13"/>
          </p:nvPr>
        </p:nvSpPr>
        <p:spPr/>
        <p:txBody>
          <a:bodyPr/>
          <a:lstStyle/>
          <a:p>
            <a:pPr>
              <a:lnSpc>
                <a:spcPct val="100000"/>
              </a:lnSpc>
            </a:pPr>
            <a:r>
              <a:rPr lang="en-US"/>
              <a:t>Restricted | © Siemens 2024 | Siemens Digital Industries Software</a:t>
            </a:r>
            <a:endParaRPr lang="en-US" dirty="0"/>
          </a:p>
        </p:txBody>
      </p:sp>
      <p:sp>
        <p:nvSpPr>
          <p:cNvPr id="5" name="Slide Number Placeholder">
            <a:extLst>
              <a:ext uri="{FF2B5EF4-FFF2-40B4-BE49-F238E27FC236}">
                <a16:creationId xmlns:a16="http://schemas.microsoft.com/office/drawing/2014/main" id="{CE0A22CB-5E69-4817-B713-C02B97CF6B91}"/>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641487704"/>
      </p:ext>
    </p:extLst>
  </p:cSld>
  <p:clrMapOvr>
    <a:masterClrMapping/>
  </p:clrMapOvr>
  <p:extLst>
    <p:ext uri="{DCECCB84-F9BA-43D5-87BE-67443E8EF086}">
      <p15:sldGuideLst xmlns:p15="http://schemas.microsoft.com/office/powerpoint/2012/main">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9" orient="horz" pos="4157">
          <p15:clr>
            <a:srgbClr val="65CEF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2"/>
      </p:bgRef>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F2A455C-53B1-4792-8EA9-F00926C48E39}"/>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py 1">
            <a:extLst>
              <a:ext uri="{FF2B5EF4-FFF2-40B4-BE49-F238E27FC236}">
                <a16:creationId xmlns:a16="http://schemas.microsoft.com/office/drawing/2014/main" id="{9CE7E2D8-94E8-4FE6-93A5-924CA3EC5315}"/>
              </a:ext>
            </a:extLst>
          </p:cNvPr>
          <p:cNvSpPr>
            <a:spLocks noGrp="1"/>
          </p:cNvSpPr>
          <p:nvPr>
            <p:ph idx="1"/>
          </p:nvPr>
        </p:nvSpPr>
        <p:spPr>
          <a:xfrm>
            <a:off x="411162" y="1414462"/>
            <a:ext cx="3600000" cy="4392000"/>
          </a:xfrm>
          <a:prstGeom prst="rect">
            <a:avLst/>
          </a:prstGeom>
          <a:ln w="19050">
            <a:solidFill>
              <a:schemeClr val="accent2"/>
            </a:solidFill>
          </a:ln>
        </p:spPr>
        <p:txBody>
          <a:bodyPr lIns="216000" tIns="144000" rIns="216000" bIns="144000">
            <a:noAutofit/>
          </a:bodyPr>
          <a:lstStyle>
            <a:lvl1pPr>
              <a:defRPr>
                <a:ln>
                  <a:noFill/>
                </a:ln>
              </a:defRPr>
            </a:lvl1pPr>
            <a:lvl2pPr>
              <a:buClr>
                <a:srgbClr val="00FFB9"/>
              </a:buClr>
              <a:defRPr>
                <a:ln>
                  <a:noFill/>
                </a:ln>
              </a:defRPr>
            </a:lvl2pPr>
            <a:lvl3pPr>
              <a:buClr>
                <a:srgbClr val="00FFB9"/>
              </a:buClr>
              <a:defRPr>
                <a:ln>
                  <a:noFill/>
                </a:ln>
              </a:defRPr>
            </a:lvl3pPr>
            <a:lvl4pPr>
              <a:buClr>
                <a:srgbClr val="00FFB9"/>
              </a:buClr>
              <a:defRPr>
                <a:ln>
                  <a:noFill/>
                </a:ln>
              </a:defRPr>
            </a:lvl4pPr>
            <a:lvl5pPr>
              <a:buClr>
                <a:srgbClr val="00FFB9"/>
              </a:buClr>
              <a:defRPr>
                <a:ln>
                  <a:noFill/>
                </a:ln>
              </a:defRPr>
            </a:lvl5pPr>
            <a:lvl6pPr>
              <a:buClr>
                <a:srgbClr val="00FFB9"/>
              </a:buClr>
              <a:defRPr>
                <a:ln>
                  <a:noFill/>
                </a:ln>
              </a:defRPr>
            </a:lvl6pPr>
            <a:lvl7pPr>
              <a:buClr>
                <a:srgbClr val="00FFB9"/>
              </a:buClr>
              <a:defRPr>
                <a:ln>
                  <a:noFill/>
                </a:ln>
              </a:defRPr>
            </a:lvl7pPr>
            <a:lvl8pPr>
              <a:buClr>
                <a:srgbClr val="00FFB9"/>
              </a:buClr>
              <a:defRPr>
                <a:ln>
                  <a:noFill/>
                </a:ln>
              </a:defRPr>
            </a:lvl8pPr>
            <a:lvl9pPr>
              <a:buClr>
                <a:srgbClr val="00FFB9"/>
              </a:buClr>
              <a:defRPr>
                <a:ln>
                  <a:noFill/>
                </a:ln>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Copy 2">
            <a:extLst>
              <a:ext uri="{FF2B5EF4-FFF2-40B4-BE49-F238E27FC236}">
                <a16:creationId xmlns:a16="http://schemas.microsoft.com/office/drawing/2014/main" id="{3AC3CE10-0C4B-4A11-BA76-8CAFED13661C}"/>
              </a:ext>
            </a:extLst>
          </p:cNvPr>
          <p:cNvSpPr>
            <a:spLocks noGrp="1"/>
          </p:cNvSpPr>
          <p:nvPr>
            <p:ph idx="13"/>
          </p:nvPr>
        </p:nvSpPr>
        <p:spPr>
          <a:xfrm>
            <a:off x="4299176" y="1414462"/>
            <a:ext cx="3600000" cy="4392000"/>
          </a:xfrm>
          <a:prstGeom prst="rect">
            <a:avLst/>
          </a:prstGeom>
          <a:ln w="19050">
            <a:solidFill>
              <a:schemeClr val="accent2"/>
            </a:solidFill>
          </a:ln>
        </p:spPr>
        <p:txBody>
          <a:bodyPr lIns="216000" tIns="144000" rIns="216000" bIns="144000">
            <a:noAutofit/>
          </a:bodyPr>
          <a:lstStyle>
            <a:lvl1pPr>
              <a:defRPr>
                <a:ln>
                  <a:noFill/>
                </a:ln>
              </a:defRPr>
            </a:lvl1pPr>
            <a:lvl2pPr>
              <a:buClr>
                <a:srgbClr val="00FFB9"/>
              </a:buClr>
              <a:defRPr>
                <a:ln>
                  <a:noFill/>
                </a:ln>
              </a:defRPr>
            </a:lvl2pPr>
            <a:lvl3pPr>
              <a:buClr>
                <a:srgbClr val="00FFB9"/>
              </a:buClr>
              <a:defRPr>
                <a:ln>
                  <a:noFill/>
                </a:ln>
              </a:defRPr>
            </a:lvl3pPr>
            <a:lvl4pPr>
              <a:buClr>
                <a:srgbClr val="00FFB9"/>
              </a:buClr>
              <a:defRPr>
                <a:ln>
                  <a:noFill/>
                </a:ln>
              </a:defRPr>
            </a:lvl4pPr>
            <a:lvl5pPr>
              <a:buClr>
                <a:srgbClr val="00FFB9"/>
              </a:buClr>
              <a:defRPr>
                <a:ln>
                  <a:noFill/>
                </a:ln>
              </a:defRPr>
            </a:lvl5pPr>
            <a:lvl6pPr>
              <a:buClr>
                <a:srgbClr val="00FFB9"/>
              </a:buClr>
              <a:defRPr>
                <a:ln>
                  <a:noFill/>
                </a:ln>
              </a:defRPr>
            </a:lvl6pPr>
            <a:lvl7pPr>
              <a:buClr>
                <a:srgbClr val="00FFB9"/>
              </a:buClr>
              <a:defRPr>
                <a:ln>
                  <a:noFill/>
                </a:ln>
              </a:defRPr>
            </a:lvl7pPr>
            <a:lvl8pPr>
              <a:buClr>
                <a:srgbClr val="00FFB9"/>
              </a:buClr>
              <a:defRPr>
                <a:ln>
                  <a:noFill/>
                </a:ln>
              </a:defRPr>
            </a:lvl8pPr>
            <a:lvl9pPr>
              <a:buClr>
                <a:srgbClr val="00FFB9"/>
              </a:buClr>
              <a:defRPr>
                <a:ln>
                  <a:noFill/>
                </a:ln>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a:extLst>
              <a:ext uri="{FF2B5EF4-FFF2-40B4-BE49-F238E27FC236}">
                <a16:creationId xmlns:a16="http://schemas.microsoft.com/office/drawing/2014/main" id="{91FCCEDD-7521-4BD5-8A32-A62DA6246709}"/>
              </a:ext>
            </a:extLst>
          </p:cNvPr>
          <p:cNvSpPr>
            <a:spLocks noGrp="1"/>
          </p:cNvSpPr>
          <p:nvPr>
            <p:ph type="ftr" sz="quarter" idx="14"/>
          </p:nvPr>
        </p:nvSpPr>
        <p:spPr/>
        <p:txBody>
          <a:bodyPr/>
          <a:lstStyle/>
          <a:p>
            <a:pPr>
              <a:lnSpc>
                <a:spcPct val="100000"/>
              </a:lnSpc>
            </a:pPr>
            <a:r>
              <a:rPr lang="en-US"/>
              <a:t>Restricted | © Siemens 2024 | Siemens Digital Industries Software</a:t>
            </a:r>
            <a:endParaRPr lang="en-US" dirty="0"/>
          </a:p>
        </p:txBody>
      </p:sp>
      <p:sp>
        <p:nvSpPr>
          <p:cNvPr id="7" name="Slide Number Placeholder">
            <a:extLst>
              <a:ext uri="{FF2B5EF4-FFF2-40B4-BE49-F238E27FC236}">
                <a16:creationId xmlns:a16="http://schemas.microsoft.com/office/drawing/2014/main" id="{DC2AAE3E-7F56-4838-BCE7-6B966549F4DA}"/>
              </a:ext>
            </a:extLst>
          </p:cNvPr>
          <p:cNvSpPr>
            <a:spLocks noGrp="1"/>
          </p:cNvSpPr>
          <p:nvPr>
            <p:ph type="sldNum" sz="quarter" idx="15"/>
          </p:nvPr>
        </p:nvSpPr>
        <p:spPr/>
        <p:txBody>
          <a:bodyPr/>
          <a:lstStyle/>
          <a:p>
            <a:r>
              <a:rPr lang="en-US"/>
              <a:t>Page </a:t>
            </a:r>
            <a:fld id="{15EBE321-CBB1-4E91-BD14-37C8D44326FB}" type="slidenum">
              <a:rPr lang="en-US" smtClean="0"/>
              <a:pPr/>
              <a:t>‹#›</a:t>
            </a:fld>
            <a:endParaRPr lang="en-US" dirty="0"/>
          </a:p>
        </p:txBody>
      </p:sp>
      <p:pic>
        <p:nvPicPr>
          <p:cNvPr id="9" name="Siemens Logo">
            <a:extLst>
              <a:ext uri="{FF2B5EF4-FFF2-40B4-BE49-F238E27FC236}">
                <a16:creationId xmlns:a16="http://schemas.microsoft.com/office/drawing/2014/main" id="{E5DDD55C-5C17-4BCD-A9BB-FE8A69DC48D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
        <p:nvSpPr>
          <p:cNvPr id="12" name="Copy 3">
            <a:extLst>
              <a:ext uri="{FF2B5EF4-FFF2-40B4-BE49-F238E27FC236}">
                <a16:creationId xmlns:a16="http://schemas.microsoft.com/office/drawing/2014/main" id="{435A3032-C016-6848-95ED-D5C293A0DF61}"/>
              </a:ext>
            </a:extLst>
          </p:cNvPr>
          <p:cNvSpPr>
            <a:spLocks noGrp="1"/>
          </p:cNvSpPr>
          <p:nvPr>
            <p:ph idx="12"/>
          </p:nvPr>
        </p:nvSpPr>
        <p:spPr>
          <a:xfrm>
            <a:off x="8187189" y="1414462"/>
            <a:ext cx="3600000" cy="4392000"/>
          </a:xfrm>
          <a:prstGeom prst="rect">
            <a:avLst/>
          </a:prstGeom>
          <a:ln w="19050">
            <a:solidFill>
              <a:schemeClr val="accent2"/>
            </a:solidFill>
          </a:ln>
        </p:spPr>
        <p:txBody>
          <a:bodyPr vert="horz" lIns="216000" tIns="144000" rIns="216000" bIns="144000" rtlCol="0">
            <a:noAutofit/>
          </a:bodyPr>
          <a:lstStyle>
            <a:lvl1pPr>
              <a:defRPr lang="en-US">
                <a:ln>
                  <a:noFill/>
                </a:ln>
              </a:defRPr>
            </a:lvl1pPr>
            <a:lvl2pPr>
              <a:buClr>
                <a:schemeClr val="accent1"/>
              </a:buClr>
              <a:defRPr lang="en-US">
                <a:ln>
                  <a:noFill/>
                </a:ln>
              </a:defRPr>
            </a:lvl2pPr>
            <a:lvl3pPr>
              <a:buClr>
                <a:schemeClr val="accent1"/>
              </a:buClr>
              <a:defRPr lang="en-US">
                <a:ln>
                  <a:noFill/>
                </a:ln>
              </a:defRPr>
            </a:lvl3pPr>
            <a:lvl4pPr>
              <a:buClr>
                <a:schemeClr val="accent1"/>
              </a:buClr>
              <a:defRPr lang="en-US">
                <a:ln>
                  <a:noFill/>
                </a:ln>
              </a:defRPr>
            </a:lvl4pPr>
            <a:lvl5pPr>
              <a:buClr>
                <a:schemeClr val="accent1"/>
              </a:buClr>
              <a:defRPr lang="en-US" dirty="0">
                <a:ln>
                  <a:noFill/>
                </a:ln>
              </a:defRPr>
            </a:lvl5pPr>
            <a:lvl6pPr>
              <a:buClr>
                <a:schemeClr val="accent1"/>
              </a:buClr>
              <a:defRPr>
                <a:solidFill>
                  <a:schemeClr val="bg1"/>
                </a:solidFill>
              </a:defRPr>
            </a:lvl6pPr>
            <a:lvl7pPr>
              <a:buClr>
                <a:schemeClr val="accent1"/>
              </a:buClr>
              <a:defRPr>
                <a:solidFill>
                  <a:schemeClr val="bg1"/>
                </a:solidFill>
              </a:defRPr>
            </a:lvl7pPr>
            <a:lvl8pPr>
              <a:buClr>
                <a:schemeClr val="accent1"/>
              </a:buClr>
              <a:defRPr>
                <a:solidFill>
                  <a:schemeClr val="bg1"/>
                </a:solidFill>
              </a:defRPr>
            </a:lvl8pPr>
            <a:lvl9pPr>
              <a:buClr>
                <a:schemeClr val="accent1"/>
              </a:buClr>
              <a:defRPr>
                <a:solidFill>
                  <a:schemeClr val="bg1"/>
                </a:solidFill>
              </a:defRPr>
            </a:lvl9pPr>
          </a:lstStyle>
          <a:p>
            <a:pPr lvl="0"/>
            <a:r>
              <a:rPr lang="en-US"/>
              <a:t>Click to edit Master text styles</a:t>
            </a:r>
          </a:p>
          <a:p>
            <a:pPr lvl="1">
              <a:buClr>
                <a:srgbClr val="00FFB9"/>
              </a:buClr>
            </a:pPr>
            <a:r>
              <a:rPr lang="en-US"/>
              <a:t>Second level</a:t>
            </a:r>
          </a:p>
          <a:p>
            <a:pPr lvl="2">
              <a:buClr>
                <a:srgbClr val="00FFB9"/>
              </a:buClr>
            </a:pPr>
            <a:r>
              <a:rPr lang="en-US"/>
              <a:t>Third level</a:t>
            </a:r>
          </a:p>
          <a:p>
            <a:pPr lvl="3">
              <a:buClr>
                <a:srgbClr val="00FFB9"/>
              </a:buClr>
            </a:pPr>
            <a:r>
              <a:rPr lang="en-US"/>
              <a:t>Fourth level</a:t>
            </a:r>
          </a:p>
          <a:p>
            <a:pPr lvl="4">
              <a:buClr>
                <a:srgbClr val="00FFB9"/>
              </a:buClr>
            </a:pPr>
            <a:r>
              <a:rPr lang="en-US"/>
              <a:t>Fifth level</a:t>
            </a:r>
            <a:endParaRPr lang="en-US" dirty="0"/>
          </a:p>
        </p:txBody>
      </p:sp>
      <p:grpSp>
        <p:nvGrpSpPr>
          <p:cNvPr id="10" name="Gruppieren 3">
            <a:extLst>
              <a:ext uri="{FF2B5EF4-FFF2-40B4-BE49-F238E27FC236}">
                <a16:creationId xmlns:a16="http://schemas.microsoft.com/office/drawing/2014/main" id="{AC405FF0-83C3-0F40-AD79-D76116C8555C}"/>
              </a:ext>
            </a:extLst>
          </p:cNvPr>
          <p:cNvGrpSpPr/>
          <p:nvPr userDrawn="1"/>
        </p:nvGrpSpPr>
        <p:grpSpPr>
          <a:xfrm>
            <a:off x="-218016" y="-216000"/>
            <a:ext cx="12630816" cy="7290000"/>
            <a:chOff x="-218016" y="-216000"/>
            <a:chExt cx="12630816" cy="7290000"/>
          </a:xfrm>
        </p:grpSpPr>
        <p:cxnSp>
          <p:nvCxnSpPr>
            <p:cNvPr id="13" name="Gerade Verbindung 2">
              <a:extLst>
                <a:ext uri="{FF2B5EF4-FFF2-40B4-BE49-F238E27FC236}">
                  <a16:creationId xmlns:a16="http://schemas.microsoft.com/office/drawing/2014/main" id="{341FB6CD-0DC5-BF45-9A87-1F78F14F4B33}"/>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5">
              <a:extLst>
                <a:ext uri="{FF2B5EF4-FFF2-40B4-BE49-F238E27FC236}">
                  <a16:creationId xmlns:a16="http://schemas.microsoft.com/office/drawing/2014/main" id="{A220E1B8-F8ED-6344-B3F0-9AA79AB9886A}"/>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6">
              <a:extLst>
                <a:ext uri="{FF2B5EF4-FFF2-40B4-BE49-F238E27FC236}">
                  <a16:creationId xmlns:a16="http://schemas.microsoft.com/office/drawing/2014/main" id="{4E787010-737D-8547-AC49-A619F4C2BDFB}"/>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37">
              <a:extLst>
                <a:ext uri="{FF2B5EF4-FFF2-40B4-BE49-F238E27FC236}">
                  <a16:creationId xmlns:a16="http://schemas.microsoft.com/office/drawing/2014/main" id="{5260EC15-997F-8640-91FD-41E1BD287E5A}"/>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38">
              <a:extLst>
                <a:ext uri="{FF2B5EF4-FFF2-40B4-BE49-F238E27FC236}">
                  <a16:creationId xmlns:a16="http://schemas.microsoft.com/office/drawing/2014/main" id="{62EBD868-4CA3-2740-B815-2F9D2932C9D8}"/>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39">
              <a:extLst>
                <a:ext uri="{FF2B5EF4-FFF2-40B4-BE49-F238E27FC236}">
                  <a16:creationId xmlns:a16="http://schemas.microsoft.com/office/drawing/2014/main" id="{16810235-CFC9-1041-A6F8-9A58D7521603}"/>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1">
              <a:extLst>
                <a:ext uri="{FF2B5EF4-FFF2-40B4-BE49-F238E27FC236}">
                  <a16:creationId xmlns:a16="http://schemas.microsoft.com/office/drawing/2014/main" id="{342C3557-807F-0D44-9D7E-2C10C6D248D8}"/>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42">
              <a:extLst>
                <a:ext uri="{FF2B5EF4-FFF2-40B4-BE49-F238E27FC236}">
                  <a16:creationId xmlns:a16="http://schemas.microsoft.com/office/drawing/2014/main" id="{38AD214C-B44F-B946-9EC8-AEB4B09C0825}"/>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43">
              <a:extLst>
                <a:ext uri="{FF2B5EF4-FFF2-40B4-BE49-F238E27FC236}">
                  <a16:creationId xmlns:a16="http://schemas.microsoft.com/office/drawing/2014/main" id="{FFEEB5DD-4475-784B-B8BB-AB4212BB6E66}"/>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44">
              <a:extLst>
                <a:ext uri="{FF2B5EF4-FFF2-40B4-BE49-F238E27FC236}">
                  <a16:creationId xmlns:a16="http://schemas.microsoft.com/office/drawing/2014/main" id="{106DD394-3D9B-2F46-A2D4-2A8DD2BCCE3B}"/>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1">
              <a:extLst>
                <a:ext uri="{FF2B5EF4-FFF2-40B4-BE49-F238E27FC236}">
                  <a16:creationId xmlns:a16="http://schemas.microsoft.com/office/drawing/2014/main" id="{B41B4994-DCF5-B64B-8572-34B6BD11D056}"/>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2">
              <a:extLst>
                <a:ext uri="{FF2B5EF4-FFF2-40B4-BE49-F238E27FC236}">
                  <a16:creationId xmlns:a16="http://schemas.microsoft.com/office/drawing/2014/main" id="{88B93A1A-5ED3-084E-A805-9245BE874F7B}"/>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3">
              <a:extLst>
                <a:ext uri="{FF2B5EF4-FFF2-40B4-BE49-F238E27FC236}">
                  <a16:creationId xmlns:a16="http://schemas.microsoft.com/office/drawing/2014/main" id="{1492A9CB-FAE4-8B40-BD45-0708EF43EDBE}"/>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4">
              <a:extLst>
                <a:ext uri="{FF2B5EF4-FFF2-40B4-BE49-F238E27FC236}">
                  <a16:creationId xmlns:a16="http://schemas.microsoft.com/office/drawing/2014/main" id="{0ACD7E6E-B7F8-B942-9805-A70487FE0534}"/>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5">
              <a:extLst>
                <a:ext uri="{FF2B5EF4-FFF2-40B4-BE49-F238E27FC236}">
                  <a16:creationId xmlns:a16="http://schemas.microsoft.com/office/drawing/2014/main" id="{27E7EBAB-D878-464D-9ED2-15ED15E20918}"/>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56">
              <a:extLst>
                <a:ext uri="{FF2B5EF4-FFF2-40B4-BE49-F238E27FC236}">
                  <a16:creationId xmlns:a16="http://schemas.microsoft.com/office/drawing/2014/main" id="{7E4DE3EE-0658-7D4E-B6E9-3A26A36A20D3}"/>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58">
              <a:extLst>
                <a:ext uri="{FF2B5EF4-FFF2-40B4-BE49-F238E27FC236}">
                  <a16:creationId xmlns:a16="http://schemas.microsoft.com/office/drawing/2014/main" id="{1F501EDD-2FD6-2E41-B126-11FFCC2479B2}"/>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 Verbindung 59">
              <a:extLst>
                <a:ext uri="{FF2B5EF4-FFF2-40B4-BE49-F238E27FC236}">
                  <a16:creationId xmlns:a16="http://schemas.microsoft.com/office/drawing/2014/main" id="{342059A2-B962-5649-8710-36DF1F3E87F1}"/>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1" name="Gerade Verbindung 60">
              <a:extLst>
                <a:ext uri="{FF2B5EF4-FFF2-40B4-BE49-F238E27FC236}">
                  <a16:creationId xmlns:a16="http://schemas.microsoft.com/office/drawing/2014/main" id="{D296262D-F6FA-8241-AE24-D4AEA6C03E3A}"/>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2" name="Gerade Verbindung 61">
              <a:extLst>
                <a:ext uri="{FF2B5EF4-FFF2-40B4-BE49-F238E27FC236}">
                  <a16:creationId xmlns:a16="http://schemas.microsoft.com/office/drawing/2014/main" id="{55B91FD8-E6BE-174C-93A8-ECC83FCAE119}"/>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115726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3" orient="horz" pos="4157">
          <p15:clr>
            <a:srgbClr val="65CEF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dark">
    <p:bg>
      <p:bgPr>
        <a:solidFill>
          <a:schemeClr val="bg2"/>
        </a:solidFill>
        <a:effectLst/>
      </p:bgPr>
    </p:bg>
    <p:spTree>
      <p:nvGrpSpPr>
        <p:cNvPr id="1" name=""/>
        <p:cNvGrpSpPr/>
        <p:nvPr/>
      </p:nvGrpSpPr>
      <p:grpSpPr>
        <a:xfrm>
          <a:off x="0" y="0"/>
          <a:ext cx="0" cy="0"/>
          <a:chOff x="0" y="0"/>
          <a:chExt cx="0" cy="0"/>
        </a:xfrm>
      </p:grpSpPr>
      <p:sp>
        <p:nvSpPr>
          <p:cNvPr id="7" name="Copy">
            <a:extLst>
              <a:ext uri="{FF2B5EF4-FFF2-40B4-BE49-F238E27FC236}">
                <a16:creationId xmlns:a16="http://schemas.microsoft.com/office/drawing/2014/main" id="{9E21D6DF-C9DB-4F02-863A-C5513347A27E}"/>
              </a:ext>
            </a:extLst>
          </p:cNvPr>
          <p:cNvSpPr>
            <a:spLocks noGrp="1"/>
          </p:cNvSpPr>
          <p:nvPr>
            <p:ph type="body" sz="quarter" idx="12" hasCustomPrompt="1"/>
          </p:nvPr>
        </p:nvSpPr>
        <p:spPr>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dirty="0"/>
              <a:t>Please insert quote here</a:t>
            </a:r>
          </a:p>
          <a:p>
            <a:pPr lvl="1"/>
            <a:r>
              <a:rPr lang="en-US" dirty="0"/>
              <a:t>Name, Author</a:t>
            </a:r>
          </a:p>
        </p:txBody>
      </p:sp>
      <p:sp>
        <p:nvSpPr>
          <p:cNvPr id="11" name="Quote marks">
            <a:extLst>
              <a:ext uri="{FF2B5EF4-FFF2-40B4-BE49-F238E27FC236}">
                <a16:creationId xmlns:a16="http://schemas.microsoft.com/office/drawing/2014/main" id="{916E4245-F21C-4EAB-8B26-FEA21C26067F}"/>
              </a:ext>
            </a:extLst>
          </p:cNvPr>
          <p:cNvSpPr/>
          <p:nvPr userDrawn="1"/>
        </p:nvSpPr>
        <p:spPr>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0">
                <a:srgbClr val="00FFB9"/>
              </a:gs>
              <a:gs pos="100000">
                <a:srgbClr val="00E6DC"/>
              </a:gs>
            </a:gsLst>
            <a:lin ang="5400000" scaled="1"/>
          </a:gradFill>
          <a:ln w="61580" cap="flat">
            <a:noFill/>
            <a:prstDash val="solid"/>
            <a:miter/>
          </a:ln>
        </p:spPr>
        <p:txBody>
          <a:bodyPr rtlCol="0" anchor="ctr"/>
          <a:lstStyle/>
          <a:p>
            <a:endParaRPr lang="en-US" dirty="0"/>
          </a:p>
        </p:txBody>
      </p:sp>
      <p:sp>
        <p:nvSpPr>
          <p:cNvPr id="2" name="Footer Placeholder">
            <a:extLst>
              <a:ext uri="{FF2B5EF4-FFF2-40B4-BE49-F238E27FC236}">
                <a16:creationId xmlns:a16="http://schemas.microsoft.com/office/drawing/2014/main" id="{EC4F35EF-AC94-4800-9CB7-CA49CAFDD249}"/>
              </a:ext>
            </a:extLst>
          </p:cNvPr>
          <p:cNvSpPr>
            <a:spLocks noGrp="1"/>
          </p:cNvSpPr>
          <p:nvPr>
            <p:ph type="ftr" sz="quarter" idx="13"/>
          </p:nvPr>
        </p:nvSpPr>
        <p:spPr/>
        <p:txBody>
          <a:bodyPr/>
          <a:lstStyle/>
          <a:p>
            <a:pPr>
              <a:lnSpc>
                <a:spcPct val="100000"/>
              </a:lnSpc>
            </a:pPr>
            <a:r>
              <a:rPr lang="en-US"/>
              <a:t>Restricted | © Siemens 2024 | Siemens Digital Industries Software</a:t>
            </a:r>
            <a:endParaRPr lang="en-US" dirty="0"/>
          </a:p>
        </p:txBody>
      </p:sp>
      <p:sp>
        <p:nvSpPr>
          <p:cNvPr id="3" name="Slide Number Placeholder">
            <a:extLst>
              <a:ext uri="{FF2B5EF4-FFF2-40B4-BE49-F238E27FC236}">
                <a16:creationId xmlns:a16="http://schemas.microsoft.com/office/drawing/2014/main" id="{CCC7FBE7-01B9-4EC8-8BE1-F416F7C5B7AA}"/>
              </a:ext>
            </a:extLst>
          </p:cNvPr>
          <p:cNvSpPr>
            <a:spLocks noGrp="1"/>
          </p:cNvSpPr>
          <p:nvPr>
            <p:ph type="sldNum" sz="quarter" idx="14"/>
          </p:nvPr>
        </p:nvSpPr>
        <p:spPr/>
        <p:txBody>
          <a:bodyPr/>
          <a:lstStyle/>
          <a:p>
            <a:r>
              <a:rPr lang="en-US"/>
              <a:t>Page </a:t>
            </a:r>
            <a:fld id="{15EBE321-CBB1-4E91-BD14-37C8D44326FB}" type="slidenum">
              <a:rPr lang="en-US" smtClean="0"/>
              <a:pPr/>
              <a:t>‹#›</a:t>
            </a:fld>
            <a:endParaRPr lang="en-US" dirty="0"/>
          </a:p>
        </p:txBody>
      </p:sp>
      <p:pic>
        <p:nvPicPr>
          <p:cNvPr id="8" name="Siemens Logo">
            <a:extLst>
              <a:ext uri="{FF2B5EF4-FFF2-40B4-BE49-F238E27FC236}">
                <a16:creationId xmlns:a16="http://schemas.microsoft.com/office/drawing/2014/main" id="{AF2E271F-5AF7-408E-9752-03D1D6448EA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grpSp>
        <p:nvGrpSpPr>
          <p:cNvPr id="9" name="Gruppieren 3">
            <a:extLst>
              <a:ext uri="{FF2B5EF4-FFF2-40B4-BE49-F238E27FC236}">
                <a16:creationId xmlns:a16="http://schemas.microsoft.com/office/drawing/2014/main" id="{2000D4C6-D5D0-FD45-9E8D-64DD9BF2AFA5}"/>
              </a:ext>
            </a:extLst>
          </p:cNvPr>
          <p:cNvGrpSpPr/>
          <p:nvPr userDrawn="1"/>
        </p:nvGrpSpPr>
        <p:grpSpPr>
          <a:xfrm>
            <a:off x="-218016" y="-216000"/>
            <a:ext cx="12630816" cy="7290000"/>
            <a:chOff x="-218016" y="-216000"/>
            <a:chExt cx="12630816" cy="7290000"/>
          </a:xfrm>
        </p:grpSpPr>
        <p:cxnSp>
          <p:nvCxnSpPr>
            <p:cNvPr id="10" name="Gerade Verbindung 2">
              <a:extLst>
                <a:ext uri="{FF2B5EF4-FFF2-40B4-BE49-F238E27FC236}">
                  <a16:creationId xmlns:a16="http://schemas.microsoft.com/office/drawing/2014/main" id="{0D876D92-EB49-8744-9E59-5DD89093AA9E}"/>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5">
              <a:extLst>
                <a:ext uri="{FF2B5EF4-FFF2-40B4-BE49-F238E27FC236}">
                  <a16:creationId xmlns:a16="http://schemas.microsoft.com/office/drawing/2014/main" id="{C8D8E50F-9339-F24C-BBE0-42CE544204E4}"/>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6">
              <a:extLst>
                <a:ext uri="{FF2B5EF4-FFF2-40B4-BE49-F238E27FC236}">
                  <a16:creationId xmlns:a16="http://schemas.microsoft.com/office/drawing/2014/main" id="{5BADFE97-B243-214F-85FC-728EEC426516}"/>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7">
              <a:extLst>
                <a:ext uri="{FF2B5EF4-FFF2-40B4-BE49-F238E27FC236}">
                  <a16:creationId xmlns:a16="http://schemas.microsoft.com/office/drawing/2014/main" id="{59AD3682-B6B1-E542-8858-70B2337BBFF4}"/>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8">
              <a:extLst>
                <a:ext uri="{FF2B5EF4-FFF2-40B4-BE49-F238E27FC236}">
                  <a16:creationId xmlns:a16="http://schemas.microsoft.com/office/drawing/2014/main" id="{1C37429F-82DD-F14A-8FF8-7648707B6491}"/>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39">
              <a:extLst>
                <a:ext uri="{FF2B5EF4-FFF2-40B4-BE49-F238E27FC236}">
                  <a16:creationId xmlns:a16="http://schemas.microsoft.com/office/drawing/2014/main" id="{901121EE-EA81-DB4D-BDB7-882E5C189516}"/>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1">
              <a:extLst>
                <a:ext uri="{FF2B5EF4-FFF2-40B4-BE49-F238E27FC236}">
                  <a16:creationId xmlns:a16="http://schemas.microsoft.com/office/drawing/2014/main" id="{038B52B1-CCBB-0D4E-9F72-937BF6602E17}"/>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2">
              <a:extLst>
                <a:ext uri="{FF2B5EF4-FFF2-40B4-BE49-F238E27FC236}">
                  <a16:creationId xmlns:a16="http://schemas.microsoft.com/office/drawing/2014/main" id="{A169D696-533C-3C43-AF0D-B4E7BD10EEC2}"/>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3">
              <a:extLst>
                <a:ext uri="{FF2B5EF4-FFF2-40B4-BE49-F238E27FC236}">
                  <a16:creationId xmlns:a16="http://schemas.microsoft.com/office/drawing/2014/main" id="{C86C61DC-2949-8C41-9A37-D1AD1D2B7E18}"/>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44">
              <a:extLst>
                <a:ext uri="{FF2B5EF4-FFF2-40B4-BE49-F238E27FC236}">
                  <a16:creationId xmlns:a16="http://schemas.microsoft.com/office/drawing/2014/main" id="{F5FEC9C8-0B82-5F4C-A96C-994B96D41E48}"/>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1">
              <a:extLst>
                <a:ext uri="{FF2B5EF4-FFF2-40B4-BE49-F238E27FC236}">
                  <a16:creationId xmlns:a16="http://schemas.microsoft.com/office/drawing/2014/main" id="{DE5C844A-3D4E-5847-AB7E-AE064162EB70}"/>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2">
              <a:extLst>
                <a:ext uri="{FF2B5EF4-FFF2-40B4-BE49-F238E27FC236}">
                  <a16:creationId xmlns:a16="http://schemas.microsoft.com/office/drawing/2014/main" id="{08F3CC80-7CFB-D545-AC95-0FC2E341E66F}"/>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3">
              <a:extLst>
                <a:ext uri="{FF2B5EF4-FFF2-40B4-BE49-F238E27FC236}">
                  <a16:creationId xmlns:a16="http://schemas.microsoft.com/office/drawing/2014/main" id="{2422A80F-63D5-1A40-955E-5C19F1D4F5CC}"/>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4">
              <a:extLst>
                <a:ext uri="{FF2B5EF4-FFF2-40B4-BE49-F238E27FC236}">
                  <a16:creationId xmlns:a16="http://schemas.microsoft.com/office/drawing/2014/main" id="{97234CE1-992D-7C4D-8C81-9314FE9F85BD}"/>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5">
              <a:extLst>
                <a:ext uri="{FF2B5EF4-FFF2-40B4-BE49-F238E27FC236}">
                  <a16:creationId xmlns:a16="http://schemas.microsoft.com/office/drawing/2014/main" id="{7AE320F7-5AFF-C94C-AB8E-3F7B9BEF517A}"/>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6">
              <a:extLst>
                <a:ext uri="{FF2B5EF4-FFF2-40B4-BE49-F238E27FC236}">
                  <a16:creationId xmlns:a16="http://schemas.microsoft.com/office/drawing/2014/main" id="{5A78ED21-79B2-DF47-838A-A37D3A9B0642}"/>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8">
              <a:extLst>
                <a:ext uri="{FF2B5EF4-FFF2-40B4-BE49-F238E27FC236}">
                  <a16:creationId xmlns:a16="http://schemas.microsoft.com/office/drawing/2014/main" id="{21D6456D-1D31-8242-AB85-C4B929FAB0CF}"/>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59">
              <a:extLst>
                <a:ext uri="{FF2B5EF4-FFF2-40B4-BE49-F238E27FC236}">
                  <a16:creationId xmlns:a16="http://schemas.microsoft.com/office/drawing/2014/main" id="{FA4BCC2E-A4A6-A344-AFA8-4646D84B450F}"/>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0">
              <a:extLst>
                <a:ext uri="{FF2B5EF4-FFF2-40B4-BE49-F238E27FC236}">
                  <a16:creationId xmlns:a16="http://schemas.microsoft.com/office/drawing/2014/main" id="{11F59C58-7AB5-A54F-AEBA-01375EE36044}"/>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 Verbindung 61">
              <a:extLst>
                <a:ext uri="{FF2B5EF4-FFF2-40B4-BE49-F238E27FC236}">
                  <a16:creationId xmlns:a16="http://schemas.microsoft.com/office/drawing/2014/main" id="{A76A56A6-F4A0-AA45-AFE7-19E47BD2D7FC}"/>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30721679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8" orient="horz" pos="4157">
          <p15:clr>
            <a:srgbClr val="65CEF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 dark">
    <p:bg>
      <p:bgRef idx="1001">
        <a:schemeClr val="bg2"/>
      </p:bgRef>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a:xfrm>
            <a:off x="986400" y="1270799"/>
            <a:ext cx="10800000" cy="4536000"/>
          </a:xfrm>
        </p:spPr>
        <p:txBody>
          <a:bodyPr lIns="0" tIns="0" rIns="0" bIns="0" anchor="t">
            <a:noAutofit/>
          </a:bodyPr>
          <a:lstStyle>
            <a:lvl1pPr>
              <a:lnSpc>
                <a:spcPct val="90000"/>
              </a:lnSpc>
              <a:defRPr sz="8000">
                <a:gradFill>
                  <a:gsLst>
                    <a:gs pos="0">
                      <a:schemeClr val="accent2"/>
                    </a:gs>
                    <a:gs pos="100000">
                      <a:schemeClr val="accent3"/>
                    </a:gs>
                  </a:gsLst>
                  <a:lin ang="0" scaled="1"/>
                </a:gradFill>
              </a:defRPr>
            </a:lvl1pPr>
          </a:lstStyle>
          <a:p>
            <a:r>
              <a:rPr lang="en-US" dirty="0"/>
              <a:t>Click to edit Master title style</a:t>
            </a:r>
          </a:p>
        </p:txBody>
      </p:sp>
      <p:sp>
        <p:nvSpPr>
          <p:cNvPr id="2" name="Footer Placeholder">
            <a:extLst>
              <a:ext uri="{FF2B5EF4-FFF2-40B4-BE49-F238E27FC236}">
                <a16:creationId xmlns:a16="http://schemas.microsoft.com/office/drawing/2014/main" id="{09BD8BE5-BFF2-469D-8B93-9556FCC45CF1}"/>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3" name="Slide Number Placeholder">
            <a:extLst>
              <a:ext uri="{FF2B5EF4-FFF2-40B4-BE49-F238E27FC236}">
                <a16:creationId xmlns:a16="http://schemas.microsoft.com/office/drawing/2014/main" id="{F9372441-FA7E-4481-BBC2-24CB6D3017C8}"/>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4" name="Siemens Logo">
            <a:extLst>
              <a:ext uri="{FF2B5EF4-FFF2-40B4-BE49-F238E27FC236}">
                <a16:creationId xmlns:a16="http://schemas.microsoft.com/office/drawing/2014/main" id="{0EF6BB07-4F4E-4859-9572-DA63E35B93A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grpSp>
        <p:nvGrpSpPr>
          <p:cNvPr id="6" name="Gruppieren 3">
            <a:extLst>
              <a:ext uri="{FF2B5EF4-FFF2-40B4-BE49-F238E27FC236}">
                <a16:creationId xmlns:a16="http://schemas.microsoft.com/office/drawing/2014/main" id="{15C3AE7A-779D-9B4F-BF14-FED38C5D3009}"/>
              </a:ext>
            </a:extLst>
          </p:cNvPr>
          <p:cNvGrpSpPr/>
          <p:nvPr userDrawn="1"/>
        </p:nvGrpSpPr>
        <p:grpSpPr>
          <a:xfrm>
            <a:off x="-218016" y="-216000"/>
            <a:ext cx="12630816" cy="7290000"/>
            <a:chOff x="-218016" y="-216000"/>
            <a:chExt cx="12630816" cy="7290000"/>
          </a:xfrm>
        </p:grpSpPr>
        <p:cxnSp>
          <p:nvCxnSpPr>
            <p:cNvPr id="7" name="Gerade Verbindung 2">
              <a:extLst>
                <a:ext uri="{FF2B5EF4-FFF2-40B4-BE49-F238E27FC236}">
                  <a16:creationId xmlns:a16="http://schemas.microsoft.com/office/drawing/2014/main" id="{530D43DF-8C91-AD44-93DC-D17E6BE72229}"/>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35">
              <a:extLst>
                <a:ext uri="{FF2B5EF4-FFF2-40B4-BE49-F238E27FC236}">
                  <a16:creationId xmlns:a16="http://schemas.microsoft.com/office/drawing/2014/main" id="{CE26D090-14DB-C441-A9CC-15308715FC2A}"/>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 name="Gerade Verbindung 36">
              <a:extLst>
                <a:ext uri="{FF2B5EF4-FFF2-40B4-BE49-F238E27FC236}">
                  <a16:creationId xmlns:a16="http://schemas.microsoft.com/office/drawing/2014/main" id="{A24B8094-6479-A148-89B3-DB2B07168491}"/>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7">
              <a:extLst>
                <a:ext uri="{FF2B5EF4-FFF2-40B4-BE49-F238E27FC236}">
                  <a16:creationId xmlns:a16="http://schemas.microsoft.com/office/drawing/2014/main" id="{B74A5B90-711A-5441-B6AF-6AAD84D38A09}"/>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8">
              <a:extLst>
                <a:ext uri="{FF2B5EF4-FFF2-40B4-BE49-F238E27FC236}">
                  <a16:creationId xmlns:a16="http://schemas.microsoft.com/office/drawing/2014/main" id="{E9FA3E1E-580A-DE4D-8924-9A7B18E1C209}"/>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9">
              <a:extLst>
                <a:ext uri="{FF2B5EF4-FFF2-40B4-BE49-F238E27FC236}">
                  <a16:creationId xmlns:a16="http://schemas.microsoft.com/office/drawing/2014/main" id="{B7443866-3049-1243-AD8A-4DADF5FA1DDD}"/>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41">
              <a:extLst>
                <a:ext uri="{FF2B5EF4-FFF2-40B4-BE49-F238E27FC236}">
                  <a16:creationId xmlns:a16="http://schemas.microsoft.com/office/drawing/2014/main" id="{612C92CF-5ADD-2D4E-9195-577DD56FD9C8}"/>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2">
              <a:extLst>
                <a:ext uri="{FF2B5EF4-FFF2-40B4-BE49-F238E27FC236}">
                  <a16:creationId xmlns:a16="http://schemas.microsoft.com/office/drawing/2014/main" id="{182EFC7D-E789-F24D-B02E-DCF5128BCB03}"/>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3">
              <a:extLst>
                <a:ext uri="{FF2B5EF4-FFF2-40B4-BE49-F238E27FC236}">
                  <a16:creationId xmlns:a16="http://schemas.microsoft.com/office/drawing/2014/main" id="{2B94A0F1-A4AC-2849-88D3-A399FD40D008}"/>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4">
              <a:extLst>
                <a:ext uri="{FF2B5EF4-FFF2-40B4-BE49-F238E27FC236}">
                  <a16:creationId xmlns:a16="http://schemas.microsoft.com/office/drawing/2014/main" id="{F714368C-0FD7-954A-A9C1-625FD137FDDE}"/>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51">
              <a:extLst>
                <a:ext uri="{FF2B5EF4-FFF2-40B4-BE49-F238E27FC236}">
                  <a16:creationId xmlns:a16="http://schemas.microsoft.com/office/drawing/2014/main" id="{DA2E0624-ED51-9C4A-8088-BB9B009B3935}"/>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2">
              <a:extLst>
                <a:ext uri="{FF2B5EF4-FFF2-40B4-BE49-F238E27FC236}">
                  <a16:creationId xmlns:a16="http://schemas.microsoft.com/office/drawing/2014/main" id="{C6B0F7B3-1E7E-F84A-AB49-BEDF7F5907D7}"/>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3">
              <a:extLst>
                <a:ext uri="{FF2B5EF4-FFF2-40B4-BE49-F238E27FC236}">
                  <a16:creationId xmlns:a16="http://schemas.microsoft.com/office/drawing/2014/main" id="{DB55748C-514E-1249-920A-C38468A6A52A}"/>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4">
              <a:extLst>
                <a:ext uri="{FF2B5EF4-FFF2-40B4-BE49-F238E27FC236}">
                  <a16:creationId xmlns:a16="http://schemas.microsoft.com/office/drawing/2014/main" id="{19FA0186-962E-914F-8B5F-F10F096B4027}"/>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5">
              <a:extLst>
                <a:ext uri="{FF2B5EF4-FFF2-40B4-BE49-F238E27FC236}">
                  <a16:creationId xmlns:a16="http://schemas.microsoft.com/office/drawing/2014/main" id="{047F89F6-F043-9943-834F-C836332A17A3}"/>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6">
              <a:extLst>
                <a:ext uri="{FF2B5EF4-FFF2-40B4-BE49-F238E27FC236}">
                  <a16:creationId xmlns:a16="http://schemas.microsoft.com/office/drawing/2014/main" id="{2A0CE643-36AB-2E40-91D2-9BECF85F8E92}"/>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8">
              <a:extLst>
                <a:ext uri="{FF2B5EF4-FFF2-40B4-BE49-F238E27FC236}">
                  <a16:creationId xmlns:a16="http://schemas.microsoft.com/office/drawing/2014/main" id="{07D705C4-1DC7-1344-8C09-05B50E773589}"/>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9">
              <a:extLst>
                <a:ext uri="{FF2B5EF4-FFF2-40B4-BE49-F238E27FC236}">
                  <a16:creationId xmlns:a16="http://schemas.microsoft.com/office/drawing/2014/main" id="{AA2B5E0B-45F0-624D-B70C-5A96DE149C0D}"/>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60">
              <a:extLst>
                <a:ext uri="{FF2B5EF4-FFF2-40B4-BE49-F238E27FC236}">
                  <a16:creationId xmlns:a16="http://schemas.microsoft.com/office/drawing/2014/main" id="{CA7259AC-D7CE-F849-B582-B1611CD7631C}"/>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1">
              <a:extLst>
                <a:ext uri="{FF2B5EF4-FFF2-40B4-BE49-F238E27FC236}">
                  <a16:creationId xmlns:a16="http://schemas.microsoft.com/office/drawing/2014/main" id="{828C45B9-53EC-2E45-A1A1-637C447B9D56}"/>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77267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5">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2">
              <a:extLst>
                <a:ext uri="{96DAC541-7B7A-43D3-8B79-37D633B846F1}">
                  <asvg:svgBlip xmlns:asvg="http://schemas.microsoft.com/office/drawing/2016/SVG/main" r:embed="rId3"/>
                </a:ext>
              </a:extLst>
            </a:blip>
            <a:srcRect/>
            <a:stretch>
              <a:fillRect/>
            </a:stretch>
          </a:blipFill>
        </p:spPr>
        <p:txBody>
          <a:bodyPr wrap="square" lIns="0" tIns="54000" rIns="0" bIns="0" anchor="t" anchorCtr="0">
            <a:spAutoFit/>
          </a:bodyPr>
          <a:lstStyle>
            <a:lvl1pPr marL="540000">
              <a:defRPr sz="8000">
                <a:solidFill>
                  <a:schemeClr val="tx1"/>
                </a:solidFill>
              </a:defRPr>
            </a:lvl1pPr>
          </a:lstStyle>
          <a:p>
            <a:r>
              <a:rPr lang="en-US" dirty="0"/>
              <a:t>Contact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en-US" dirty="0"/>
              <a:t>Click to edit the contact</a:t>
            </a:r>
          </a:p>
          <a:p>
            <a:pPr lvl="1"/>
            <a:r>
              <a:rPr lang="en-US" dirty="0"/>
              <a:t>Name etc.</a:t>
            </a:r>
          </a:p>
          <a:p>
            <a:pPr lvl="2"/>
            <a:r>
              <a:rPr lang="en-US" dirty="0"/>
              <a:t>Department etc.</a:t>
            </a:r>
          </a:p>
          <a:p>
            <a:pPr lvl="3"/>
            <a:r>
              <a:rPr lang="en-US" dirty="0"/>
              <a:t>subchapter</a:t>
            </a:r>
          </a:p>
          <a:p>
            <a:pPr lvl="4"/>
            <a:r>
              <a:rPr lang="en-US" dirty="0"/>
              <a:t>active subchapter</a:t>
            </a:r>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dirty="0"/>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635188" y="6418800"/>
            <a:ext cx="1152000" cy="183168"/>
          </a:xfrm>
          <a:prstGeom prst="rect">
            <a:avLst/>
          </a:prstGeom>
        </p:spPr>
      </p:pic>
      <p:grpSp>
        <p:nvGrpSpPr>
          <p:cNvPr id="7" name="Gruppieren 3">
            <a:extLst>
              <a:ext uri="{FF2B5EF4-FFF2-40B4-BE49-F238E27FC236}">
                <a16:creationId xmlns:a16="http://schemas.microsoft.com/office/drawing/2014/main" id="{040A4677-129C-DE4B-95FF-FDDD7FF443EB}"/>
              </a:ext>
            </a:extLst>
          </p:cNvPr>
          <p:cNvGrpSpPr/>
          <p:nvPr userDrawn="1"/>
        </p:nvGrpSpPr>
        <p:grpSpPr>
          <a:xfrm>
            <a:off x="-218016" y="-216000"/>
            <a:ext cx="12630816" cy="7290000"/>
            <a:chOff x="-218016" y="-216000"/>
            <a:chExt cx="12630816" cy="7290000"/>
          </a:xfrm>
        </p:grpSpPr>
        <p:cxnSp>
          <p:nvCxnSpPr>
            <p:cNvPr id="11" name="Gerade Verbindung 2">
              <a:extLst>
                <a:ext uri="{FF2B5EF4-FFF2-40B4-BE49-F238E27FC236}">
                  <a16:creationId xmlns:a16="http://schemas.microsoft.com/office/drawing/2014/main" id="{006A0617-A9C6-894F-ADEE-AE142ADBA94F}"/>
                </a:ext>
              </a:extLst>
            </p:cNvPr>
            <p:cNvCxnSpPr/>
            <p:nvPr userDrawn="1"/>
          </p:nvCxnSpPr>
          <p:spPr bwMode="auto">
            <a:xfrm>
              <a:off x="41148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5">
              <a:extLst>
                <a:ext uri="{FF2B5EF4-FFF2-40B4-BE49-F238E27FC236}">
                  <a16:creationId xmlns:a16="http://schemas.microsoft.com/office/drawing/2014/main" id="{2141F9F0-4C00-7147-B372-17A79F17E442}"/>
                </a:ext>
              </a:extLst>
            </p:cNvPr>
            <p:cNvCxnSpPr/>
            <p:nvPr userDrawn="1"/>
          </p:nvCxnSpPr>
          <p:spPr bwMode="auto">
            <a:xfrm>
              <a:off x="5870575"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6">
              <a:extLst>
                <a:ext uri="{FF2B5EF4-FFF2-40B4-BE49-F238E27FC236}">
                  <a16:creationId xmlns:a16="http://schemas.microsoft.com/office/drawing/2014/main" id="{DAF8AF3E-B2F4-3C4F-BAB8-CCB41768A877}"/>
                </a:ext>
              </a:extLst>
            </p:cNvPr>
            <p:cNvCxnSpPr/>
            <p:nvPr userDrawn="1"/>
          </p:nvCxnSpPr>
          <p:spPr bwMode="auto">
            <a:xfrm>
              <a:off x="6313932"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37">
              <a:extLst>
                <a:ext uri="{FF2B5EF4-FFF2-40B4-BE49-F238E27FC236}">
                  <a16:creationId xmlns:a16="http://schemas.microsoft.com/office/drawing/2014/main" id="{4C738B15-4C46-F54B-8552-667E846FCF22}"/>
                </a:ext>
              </a:extLst>
            </p:cNvPr>
            <p:cNvCxnSpPr/>
            <p:nvPr userDrawn="1"/>
          </p:nvCxnSpPr>
          <p:spPr bwMode="auto">
            <a:xfrm>
              <a:off x="10279963"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38">
              <a:extLst>
                <a:ext uri="{FF2B5EF4-FFF2-40B4-BE49-F238E27FC236}">
                  <a16:creationId xmlns:a16="http://schemas.microsoft.com/office/drawing/2014/main" id="{4CBE6EBF-739D-4142-BB4C-4132FA1ADAE1}"/>
                </a:ext>
              </a:extLst>
            </p:cNvPr>
            <p:cNvCxnSpPr/>
            <p:nvPr userDrawn="1"/>
          </p:nvCxnSpPr>
          <p:spPr bwMode="auto">
            <a:xfrm>
              <a:off x="11784330" y="-216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39">
              <a:extLst>
                <a:ext uri="{FF2B5EF4-FFF2-40B4-BE49-F238E27FC236}">
                  <a16:creationId xmlns:a16="http://schemas.microsoft.com/office/drawing/2014/main" id="{5C2E04C7-AB29-AF42-92C1-C8CA2AE7640A}"/>
                </a:ext>
              </a:extLst>
            </p:cNvPr>
            <p:cNvCxnSpPr/>
            <p:nvPr userDrawn="1"/>
          </p:nvCxnSpPr>
          <p:spPr bwMode="auto">
            <a:xfrm rot="5400000">
              <a:off x="12322800" y="39319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1">
              <a:extLst>
                <a:ext uri="{FF2B5EF4-FFF2-40B4-BE49-F238E27FC236}">
                  <a16:creationId xmlns:a16="http://schemas.microsoft.com/office/drawing/2014/main" id="{680CB20C-3FBC-5641-AFF9-7A4A16409266}"/>
                </a:ext>
              </a:extLst>
            </p:cNvPr>
            <p:cNvCxnSpPr/>
            <p:nvPr userDrawn="1"/>
          </p:nvCxnSpPr>
          <p:spPr bwMode="auto">
            <a:xfrm rot="5400000">
              <a:off x="12322800" y="1324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42">
              <a:extLst>
                <a:ext uri="{FF2B5EF4-FFF2-40B4-BE49-F238E27FC236}">
                  <a16:creationId xmlns:a16="http://schemas.microsoft.com/office/drawing/2014/main" id="{865A489B-85F0-464A-AD48-633ADB439614}"/>
                </a:ext>
              </a:extLst>
            </p:cNvPr>
            <p:cNvCxnSpPr/>
            <p:nvPr userDrawn="1"/>
          </p:nvCxnSpPr>
          <p:spPr bwMode="auto">
            <a:xfrm rot="5400000">
              <a:off x="12322800" y="3630168"/>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43">
              <a:extLst>
                <a:ext uri="{FF2B5EF4-FFF2-40B4-BE49-F238E27FC236}">
                  <a16:creationId xmlns:a16="http://schemas.microsoft.com/office/drawing/2014/main" id="{B135379C-13D3-5B47-9A92-22A006CAEAF7}"/>
                </a:ext>
              </a:extLst>
            </p:cNvPr>
            <p:cNvCxnSpPr/>
            <p:nvPr userDrawn="1"/>
          </p:nvCxnSpPr>
          <p:spPr bwMode="auto">
            <a:xfrm rot="5400000">
              <a:off x="12322800"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44">
              <a:extLst>
                <a:ext uri="{FF2B5EF4-FFF2-40B4-BE49-F238E27FC236}">
                  <a16:creationId xmlns:a16="http://schemas.microsoft.com/office/drawing/2014/main" id="{6CA2EC91-EBEE-A84B-8D02-6420F7D10A71}"/>
                </a:ext>
              </a:extLst>
            </p:cNvPr>
            <p:cNvCxnSpPr/>
            <p:nvPr userDrawn="1"/>
          </p:nvCxnSpPr>
          <p:spPr bwMode="auto">
            <a:xfrm rot="5400000">
              <a:off x="123228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1">
              <a:extLst>
                <a:ext uri="{FF2B5EF4-FFF2-40B4-BE49-F238E27FC236}">
                  <a16:creationId xmlns:a16="http://schemas.microsoft.com/office/drawing/2014/main" id="{183B8CEF-7B89-1342-86A1-600B76639BF4}"/>
                </a:ext>
              </a:extLst>
            </p:cNvPr>
            <p:cNvCxnSpPr/>
            <p:nvPr userDrawn="1"/>
          </p:nvCxnSpPr>
          <p:spPr bwMode="auto">
            <a:xfrm>
              <a:off x="411480"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2">
              <a:extLst>
                <a:ext uri="{FF2B5EF4-FFF2-40B4-BE49-F238E27FC236}">
                  <a16:creationId xmlns:a16="http://schemas.microsoft.com/office/drawing/2014/main" id="{BEAA513E-7F69-9D44-94E1-AD777F01543E}"/>
                </a:ext>
              </a:extLst>
            </p:cNvPr>
            <p:cNvCxnSpPr/>
            <p:nvPr userDrawn="1"/>
          </p:nvCxnSpPr>
          <p:spPr bwMode="auto">
            <a:xfrm>
              <a:off x="5870448"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3">
              <a:extLst>
                <a:ext uri="{FF2B5EF4-FFF2-40B4-BE49-F238E27FC236}">
                  <a16:creationId xmlns:a16="http://schemas.microsoft.com/office/drawing/2014/main" id="{8723EC33-31B6-1746-8161-C144DA161FC8}"/>
                </a:ext>
              </a:extLst>
            </p:cNvPr>
            <p:cNvCxnSpPr/>
            <p:nvPr userDrawn="1"/>
          </p:nvCxnSpPr>
          <p:spPr bwMode="auto">
            <a:xfrm>
              <a:off x="6318504"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4">
              <a:extLst>
                <a:ext uri="{FF2B5EF4-FFF2-40B4-BE49-F238E27FC236}">
                  <a16:creationId xmlns:a16="http://schemas.microsoft.com/office/drawing/2014/main" id="{34179D27-BFB2-9942-AA1D-FA34E909355D}"/>
                </a:ext>
              </a:extLst>
            </p:cNvPr>
            <p:cNvCxnSpPr/>
            <p:nvPr userDrawn="1"/>
          </p:nvCxnSpPr>
          <p:spPr bwMode="auto">
            <a:xfrm>
              <a:off x="10275659"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5">
              <a:extLst>
                <a:ext uri="{FF2B5EF4-FFF2-40B4-BE49-F238E27FC236}">
                  <a16:creationId xmlns:a16="http://schemas.microsoft.com/office/drawing/2014/main" id="{2A78427C-975F-054E-8D92-28967CC164EC}"/>
                </a:ext>
              </a:extLst>
            </p:cNvPr>
            <p:cNvCxnSpPr/>
            <p:nvPr userDrawn="1"/>
          </p:nvCxnSpPr>
          <p:spPr bwMode="auto">
            <a:xfrm>
              <a:off x="11786616" y="68940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56">
              <a:extLst>
                <a:ext uri="{FF2B5EF4-FFF2-40B4-BE49-F238E27FC236}">
                  <a16:creationId xmlns:a16="http://schemas.microsoft.com/office/drawing/2014/main" id="{D7A5C957-41D1-6F4A-B235-9EAE39ADD6D2}"/>
                </a:ext>
              </a:extLst>
            </p:cNvPr>
            <p:cNvCxnSpPr/>
            <p:nvPr userDrawn="1"/>
          </p:nvCxnSpPr>
          <p:spPr bwMode="auto">
            <a:xfrm rot="5400000">
              <a:off x="-128016" y="38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58">
              <a:extLst>
                <a:ext uri="{FF2B5EF4-FFF2-40B4-BE49-F238E27FC236}">
                  <a16:creationId xmlns:a16="http://schemas.microsoft.com/office/drawing/2014/main" id="{4C7D483A-0F9D-C44F-8B73-898636867BCA}"/>
                </a:ext>
              </a:extLst>
            </p:cNvPr>
            <p:cNvCxnSpPr/>
            <p:nvPr userDrawn="1"/>
          </p:nvCxnSpPr>
          <p:spPr bwMode="auto">
            <a:xfrm rot="5400000">
              <a:off x="-126000" y="132305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59">
              <a:extLst>
                <a:ext uri="{FF2B5EF4-FFF2-40B4-BE49-F238E27FC236}">
                  <a16:creationId xmlns:a16="http://schemas.microsoft.com/office/drawing/2014/main" id="{3C172A8B-8E6A-F14F-BB1B-9EF8DC965238}"/>
                </a:ext>
              </a:extLst>
            </p:cNvPr>
            <p:cNvCxnSpPr/>
            <p:nvPr userDrawn="1"/>
          </p:nvCxnSpPr>
          <p:spPr bwMode="auto">
            <a:xfrm rot="5400000">
              <a:off x="-126000" y="3628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0">
              <a:extLst>
                <a:ext uri="{FF2B5EF4-FFF2-40B4-BE49-F238E27FC236}">
                  <a16:creationId xmlns:a16="http://schemas.microsoft.com/office/drawing/2014/main" id="{22DFDE7F-EEC8-3248-B4C4-07D48A2EE360}"/>
                </a:ext>
              </a:extLst>
            </p:cNvPr>
            <p:cNvCxnSpPr/>
            <p:nvPr userDrawn="1"/>
          </p:nvCxnSpPr>
          <p:spPr bwMode="auto">
            <a:xfrm rot="5400000">
              <a:off x="-128016" y="3410712"/>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 Verbindung 61">
              <a:extLst>
                <a:ext uri="{FF2B5EF4-FFF2-40B4-BE49-F238E27FC236}">
                  <a16:creationId xmlns:a16="http://schemas.microsoft.com/office/drawing/2014/main" id="{7E7E2B5E-64A3-4840-B3FB-6E2EACCE2E61}"/>
                </a:ext>
              </a:extLst>
            </p:cNvPr>
            <p:cNvCxnSpPr/>
            <p:nvPr userDrawn="1"/>
          </p:nvCxnSpPr>
          <p:spPr bwMode="auto">
            <a:xfrm rot="5400000">
              <a:off x="-126000" y="6076800"/>
              <a:ext cx="0" cy="180000"/>
            </a:xfrm>
            <a:prstGeom prst="line">
              <a:avLst/>
            </a:prstGeom>
            <a:solidFill>
              <a:schemeClr val="tx2"/>
            </a:solidFill>
            <a:ln w="31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2536181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1869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t" anchorCtr="0">
            <a:noAutofit/>
          </a:bodyPr>
          <a:lstStyle/>
          <a:p>
            <a:r>
              <a:rPr lang="en-US" dirty="0"/>
              <a:t>Click to edit Master title style</a:t>
            </a:r>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en-US"/>
              <a:t>Restricted | © Siemens 2024 | Siemens Digital Industries Software</a:t>
            </a:r>
            <a:endParaRPr lang="en-US" dirty="0"/>
          </a:p>
        </p:txBody>
      </p:sp>
      <p:sp>
        <p:nvSpPr>
          <p:cNvPr id="6" name="Slide Number Placeholder">
            <a:extLst>
              <a:ext uri="{FF2B5EF4-FFF2-40B4-BE49-F238E27FC236}">
                <a16:creationId xmlns:a16="http://schemas.microsoft.com/office/drawing/2014/main" id="{1C051FD7-F65C-4306-9083-C9770A0AF2DF}"/>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en-US"/>
              <a:t>Page </a:t>
            </a:r>
            <a:fld id="{15EBE321-CBB1-4E91-BD14-37C8D44326FB}" type="slidenum">
              <a:rPr lang="en-US" smtClean="0"/>
              <a:pPr/>
              <a:t>‹#›</a:t>
            </a:fld>
            <a:endParaRPr lang="en-US" dirty="0"/>
          </a:p>
        </p:txBody>
      </p:sp>
      <p:grpSp>
        <p:nvGrpSpPr>
          <p:cNvPr id="7" name="Gruppieren 3">
            <a:extLst>
              <a:ext uri="{FF2B5EF4-FFF2-40B4-BE49-F238E27FC236}">
                <a16:creationId xmlns:a16="http://schemas.microsoft.com/office/drawing/2014/main" id="{8050D82E-DF12-DA44-BAA2-709FE42D3C64}"/>
              </a:ext>
            </a:extLst>
          </p:cNvPr>
          <p:cNvGrpSpPr/>
          <p:nvPr userDrawn="1"/>
        </p:nvGrpSpPr>
        <p:grpSpPr>
          <a:xfrm>
            <a:off x="-218016" y="-216000"/>
            <a:ext cx="12630816" cy="7290000"/>
            <a:chOff x="-218016" y="-216000"/>
            <a:chExt cx="12630816" cy="7290000"/>
          </a:xfrm>
        </p:grpSpPr>
        <p:cxnSp>
          <p:nvCxnSpPr>
            <p:cNvPr id="8" name="Gerade Verbindung 2">
              <a:extLst>
                <a:ext uri="{FF2B5EF4-FFF2-40B4-BE49-F238E27FC236}">
                  <a16:creationId xmlns:a16="http://schemas.microsoft.com/office/drawing/2014/main" id="{D33A22D0-E564-3147-91D7-5CAC2DAF9F67}"/>
                </a:ext>
              </a:extLst>
            </p:cNvPr>
            <p:cNvCxnSpPr/>
            <p:nvPr userDrawn="1"/>
          </p:nvCxnSpPr>
          <p:spPr bwMode="auto">
            <a:xfrm>
              <a:off x="41148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35">
              <a:extLst>
                <a:ext uri="{FF2B5EF4-FFF2-40B4-BE49-F238E27FC236}">
                  <a16:creationId xmlns:a16="http://schemas.microsoft.com/office/drawing/2014/main" id="{7B7A1F4A-5E24-DB48-B525-CD4C60DD6EFB}"/>
                </a:ext>
              </a:extLst>
            </p:cNvPr>
            <p:cNvCxnSpPr/>
            <p:nvPr userDrawn="1"/>
          </p:nvCxnSpPr>
          <p:spPr bwMode="auto">
            <a:xfrm>
              <a:off x="58705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 name="Gerade Verbindung 36">
              <a:extLst>
                <a:ext uri="{FF2B5EF4-FFF2-40B4-BE49-F238E27FC236}">
                  <a16:creationId xmlns:a16="http://schemas.microsoft.com/office/drawing/2014/main" id="{AB4B75D6-0918-E842-B5CE-46DDBFC611DF}"/>
                </a:ext>
              </a:extLst>
            </p:cNvPr>
            <p:cNvCxnSpPr/>
            <p:nvPr userDrawn="1"/>
          </p:nvCxnSpPr>
          <p:spPr bwMode="auto">
            <a:xfrm>
              <a:off x="6313932"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37">
              <a:extLst>
                <a:ext uri="{FF2B5EF4-FFF2-40B4-BE49-F238E27FC236}">
                  <a16:creationId xmlns:a16="http://schemas.microsoft.com/office/drawing/2014/main" id="{F619DC22-667E-C84B-A6AB-E977C38C4216}"/>
                </a:ext>
              </a:extLst>
            </p:cNvPr>
            <p:cNvCxnSpPr/>
            <p:nvPr userDrawn="1"/>
          </p:nvCxnSpPr>
          <p:spPr bwMode="auto">
            <a:xfrm>
              <a:off x="102799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38">
              <a:extLst>
                <a:ext uri="{FF2B5EF4-FFF2-40B4-BE49-F238E27FC236}">
                  <a16:creationId xmlns:a16="http://schemas.microsoft.com/office/drawing/2014/main" id="{55666FEB-F3DA-444A-B245-427EDB554C5C}"/>
                </a:ext>
              </a:extLst>
            </p:cNvPr>
            <p:cNvCxnSpPr/>
            <p:nvPr userDrawn="1"/>
          </p:nvCxnSpPr>
          <p:spPr bwMode="auto">
            <a:xfrm>
              <a:off x="1178433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39">
              <a:extLst>
                <a:ext uri="{FF2B5EF4-FFF2-40B4-BE49-F238E27FC236}">
                  <a16:creationId xmlns:a16="http://schemas.microsoft.com/office/drawing/2014/main" id="{78387494-1A58-9643-AA7F-408AACB3333F}"/>
                </a:ext>
              </a:extLst>
            </p:cNvPr>
            <p:cNvCxnSpPr/>
            <p:nvPr userDrawn="1"/>
          </p:nvCxnSpPr>
          <p:spPr bwMode="auto">
            <a:xfrm rot="5400000">
              <a:off x="12322800" y="393192"/>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41">
              <a:extLst>
                <a:ext uri="{FF2B5EF4-FFF2-40B4-BE49-F238E27FC236}">
                  <a16:creationId xmlns:a16="http://schemas.microsoft.com/office/drawing/2014/main" id="{195AE785-897A-214E-B164-F2B26A4B1673}"/>
                </a:ext>
              </a:extLst>
            </p:cNvPr>
            <p:cNvCxnSpPr/>
            <p:nvPr userDrawn="1"/>
          </p:nvCxnSpPr>
          <p:spPr bwMode="auto">
            <a:xfrm rot="5400000">
              <a:off x="12322800" y="1324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42">
              <a:extLst>
                <a:ext uri="{FF2B5EF4-FFF2-40B4-BE49-F238E27FC236}">
                  <a16:creationId xmlns:a16="http://schemas.microsoft.com/office/drawing/2014/main" id="{11D2F7EA-CF3F-E44C-B31F-FB0CE4B2F4C9}"/>
                </a:ext>
              </a:extLst>
            </p:cNvPr>
            <p:cNvCxnSpPr/>
            <p:nvPr userDrawn="1"/>
          </p:nvCxnSpPr>
          <p:spPr bwMode="auto">
            <a:xfrm rot="5400000">
              <a:off x="12322800" y="3630168"/>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43">
              <a:extLst>
                <a:ext uri="{FF2B5EF4-FFF2-40B4-BE49-F238E27FC236}">
                  <a16:creationId xmlns:a16="http://schemas.microsoft.com/office/drawing/2014/main" id="{A6B72A2C-A868-5140-9CF7-49722BD91695}"/>
                </a:ext>
              </a:extLst>
            </p:cNvPr>
            <p:cNvCxnSpPr/>
            <p:nvPr userDrawn="1"/>
          </p:nvCxnSpPr>
          <p:spPr bwMode="auto">
            <a:xfrm rot="5400000">
              <a:off x="12322800" y="3410712"/>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44">
              <a:extLst>
                <a:ext uri="{FF2B5EF4-FFF2-40B4-BE49-F238E27FC236}">
                  <a16:creationId xmlns:a16="http://schemas.microsoft.com/office/drawing/2014/main" id="{61807A8F-A772-274E-9845-E477C3E403A4}"/>
                </a:ext>
              </a:extLst>
            </p:cNvPr>
            <p:cNvCxnSpPr/>
            <p:nvPr userDrawn="1"/>
          </p:nvCxnSpPr>
          <p:spPr bwMode="auto">
            <a:xfrm rot="5400000">
              <a:off x="123228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51">
              <a:extLst>
                <a:ext uri="{FF2B5EF4-FFF2-40B4-BE49-F238E27FC236}">
                  <a16:creationId xmlns:a16="http://schemas.microsoft.com/office/drawing/2014/main" id="{88B21BE2-1E37-1046-9501-32F4B585F845}"/>
                </a:ext>
              </a:extLst>
            </p:cNvPr>
            <p:cNvCxnSpPr/>
            <p:nvPr userDrawn="1"/>
          </p:nvCxnSpPr>
          <p:spPr bwMode="auto">
            <a:xfrm>
              <a:off x="41148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52">
              <a:extLst>
                <a:ext uri="{FF2B5EF4-FFF2-40B4-BE49-F238E27FC236}">
                  <a16:creationId xmlns:a16="http://schemas.microsoft.com/office/drawing/2014/main" id="{AEC0852D-355E-5242-8583-2EB7CFBE34B0}"/>
                </a:ext>
              </a:extLst>
            </p:cNvPr>
            <p:cNvCxnSpPr/>
            <p:nvPr userDrawn="1"/>
          </p:nvCxnSpPr>
          <p:spPr bwMode="auto">
            <a:xfrm>
              <a:off x="5870448"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53">
              <a:extLst>
                <a:ext uri="{FF2B5EF4-FFF2-40B4-BE49-F238E27FC236}">
                  <a16:creationId xmlns:a16="http://schemas.microsoft.com/office/drawing/2014/main" id="{02BFA8FE-F4EF-6A40-BBEF-591BB93673AC}"/>
                </a:ext>
              </a:extLst>
            </p:cNvPr>
            <p:cNvCxnSpPr/>
            <p:nvPr userDrawn="1"/>
          </p:nvCxnSpPr>
          <p:spPr bwMode="auto">
            <a:xfrm>
              <a:off x="6318504"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54">
              <a:extLst>
                <a:ext uri="{FF2B5EF4-FFF2-40B4-BE49-F238E27FC236}">
                  <a16:creationId xmlns:a16="http://schemas.microsoft.com/office/drawing/2014/main" id="{4C1B284D-2BB5-EA40-94F0-C90C4B6B700D}"/>
                </a:ext>
              </a:extLst>
            </p:cNvPr>
            <p:cNvCxnSpPr/>
            <p:nvPr userDrawn="1"/>
          </p:nvCxnSpPr>
          <p:spPr bwMode="auto">
            <a:xfrm>
              <a:off x="1027565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55">
              <a:extLst>
                <a:ext uri="{FF2B5EF4-FFF2-40B4-BE49-F238E27FC236}">
                  <a16:creationId xmlns:a16="http://schemas.microsoft.com/office/drawing/2014/main" id="{EA07CEA6-5B67-6847-96AD-EA56B76D5A54}"/>
                </a:ext>
              </a:extLst>
            </p:cNvPr>
            <p:cNvCxnSpPr/>
            <p:nvPr userDrawn="1"/>
          </p:nvCxnSpPr>
          <p:spPr bwMode="auto">
            <a:xfrm>
              <a:off x="11786616"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56">
              <a:extLst>
                <a:ext uri="{FF2B5EF4-FFF2-40B4-BE49-F238E27FC236}">
                  <a16:creationId xmlns:a16="http://schemas.microsoft.com/office/drawing/2014/main" id="{46850BDB-7DD9-9145-8B8A-05784D2CC977}"/>
                </a:ext>
              </a:extLst>
            </p:cNvPr>
            <p:cNvCxnSpPr/>
            <p:nvPr userDrawn="1"/>
          </p:nvCxnSpPr>
          <p:spPr bwMode="auto">
            <a:xfrm rot="5400000">
              <a:off x="-128016" y="388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58">
              <a:extLst>
                <a:ext uri="{FF2B5EF4-FFF2-40B4-BE49-F238E27FC236}">
                  <a16:creationId xmlns:a16="http://schemas.microsoft.com/office/drawing/2014/main" id="{A2223D8E-0471-2F42-8900-EC71ACACD416}"/>
                </a:ext>
              </a:extLst>
            </p:cNvPr>
            <p:cNvCxnSpPr/>
            <p:nvPr userDrawn="1"/>
          </p:nvCxnSpPr>
          <p:spPr bwMode="auto">
            <a:xfrm rot="5400000">
              <a:off x="-126000" y="132305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59">
              <a:extLst>
                <a:ext uri="{FF2B5EF4-FFF2-40B4-BE49-F238E27FC236}">
                  <a16:creationId xmlns:a16="http://schemas.microsoft.com/office/drawing/2014/main" id="{EE244786-7154-B54A-9A68-10316AF37694}"/>
                </a:ext>
              </a:extLst>
            </p:cNvPr>
            <p:cNvCxnSpPr/>
            <p:nvPr userDrawn="1"/>
          </p:nvCxnSpPr>
          <p:spPr bwMode="auto">
            <a:xfrm rot="5400000">
              <a:off x="-126000" y="3628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60">
              <a:extLst>
                <a:ext uri="{FF2B5EF4-FFF2-40B4-BE49-F238E27FC236}">
                  <a16:creationId xmlns:a16="http://schemas.microsoft.com/office/drawing/2014/main" id="{9682C2B8-9A55-424C-B123-324D28080495}"/>
                </a:ext>
              </a:extLst>
            </p:cNvPr>
            <p:cNvCxnSpPr/>
            <p:nvPr userDrawn="1"/>
          </p:nvCxnSpPr>
          <p:spPr bwMode="auto">
            <a:xfrm rot="5400000">
              <a:off x="-128016" y="3410712"/>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61">
              <a:extLst>
                <a:ext uri="{FF2B5EF4-FFF2-40B4-BE49-F238E27FC236}">
                  <a16:creationId xmlns:a16="http://schemas.microsoft.com/office/drawing/2014/main" id="{B77C6A63-4569-8744-90EB-ED40B139635E}"/>
                </a:ext>
              </a:extLst>
            </p:cNvPr>
            <p:cNvCxnSpPr/>
            <p:nvPr userDrawn="1"/>
          </p:nvCxnSpPr>
          <p:spPr bwMode="auto">
            <a:xfrm rot="5400000">
              <a:off x="-1260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1817454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hf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06">
          <p15:clr>
            <a:srgbClr val="A4A3A4"/>
          </p15:clr>
        </p15:guide>
        <p15:guide id="2" pos="255">
          <p15:clr>
            <a:srgbClr val="5ACBF0"/>
          </p15:clr>
        </p15:guide>
        <p15:guide id="3" orient="horz" pos="888">
          <p15:clr>
            <a:srgbClr val="5ACBF0"/>
          </p15:clr>
        </p15:guide>
        <p15:guide id="4" orient="horz" pos="2341">
          <p15:clr>
            <a:srgbClr val="A4A3A4"/>
          </p15:clr>
        </p15:guide>
        <p15:guide id="5" orient="horz" pos="300">
          <p15:clr>
            <a:srgbClr val="A4A3A4"/>
          </p15:clr>
        </p15:guide>
        <p15:guide id="7" orient="horz" pos="3879">
          <p15:clr>
            <a:srgbClr val="5ACBF0"/>
          </p15:clr>
        </p15:guide>
        <p15:guide id="8" pos="3984">
          <p15:clr>
            <a:srgbClr val="A4A3A4"/>
          </p15:clr>
        </p15:guide>
        <p15:guide id="9" pos="7416">
          <p15:clr>
            <a:srgbClr val="5ACBF0"/>
          </p15:clr>
        </p15:guide>
        <p15:guide id="10" pos="3696">
          <p15:clr>
            <a:srgbClr val="A4A3A4"/>
          </p15:clr>
        </p15:guide>
        <p15:guide id="11" pos="648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346195"/>
      </p:ext>
    </p:extLst>
  </p:cSld>
  <p:clrMap bg1="lt1" tx1="dk1" bg2="lt2" tx2="dk2" accent1="accent1" accent2="accent2" accent3="accent3" accent4="accent4" accent5="accent5" accent6="accent6" hlink="hlink" folHlink="folHlink"/>
  <p:sldLayoutIdLst>
    <p:sldLayoutId id="2147483696"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837A-55A7-44C2-9C56-CBC225F45D15}"/>
              </a:ext>
            </a:extLst>
          </p:cNvPr>
          <p:cNvSpPr>
            <a:spLocks noGrp="1"/>
          </p:cNvSpPr>
          <p:nvPr>
            <p:ph type="title"/>
          </p:nvPr>
        </p:nvSpPr>
        <p:spPr>
          <a:xfrm>
            <a:off x="410400" y="1414464"/>
            <a:ext cx="11376788" cy="1231106"/>
          </a:xfrm>
        </p:spPr>
        <p:txBody>
          <a:bodyPr/>
          <a:lstStyle/>
          <a:p>
            <a:r>
              <a:rPr lang="it-IT" dirty="0"/>
              <a:t>ChatBot &amp; Log Parser</a:t>
            </a:r>
          </a:p>
        </p:txBody>
      </p:sp>
      <p:sp>
        <p:nvSpPr>
          <p:cNvPr id="3" name="Subtitle 2">
            <a:extLst>
              <a:ext uri="{FF2B5EF4-FFF2-40B4-BE49-F238E27FC236}">
                <a16:creationId xmlns:a16="http://schemas.microsoft.com/office/drawing/2014/main" id="{B48FE74D-F13B-4766-9947-005A6FFD84D9}"/>
              </a:ext>
            </a:extLst>
          </p:cNvPr>
          <p:cNvSpPr>
            <a:spLocks noGrp="1"/>
          </p:cNvSpPr>
          <p:nvPr>
            <p:ph type="subTitle" idx="1"/>
          </p:nvPr>
        </p:nvSpPr>
        <p:spPr/>
        <p:txBody>
          <a:bodyPr/>
          <a:lstStyle/>
          <a:p>
            <a:r>
              <a:rPr lang="it-IT" dirty="0"/>
              <a:t>Thesis 2026</a:t>
            </a:r>
          </a:p>
          <a:p>
            <a:r>
              <a:rPr lang="it-IT" dirty="0"/>
              <a:t>By Ergi Toshkezi</a:t>
            </a:r>
          </a:p>
        </p:txBody>
      </p:sp>
      <p:sp>
        <p:nvSpPr>
          <p:cNvPr id="4" name="Footer Placeholder 3">
            <a:extLst>
              <a:ext uri="{FF2B5EF4-FFF2-40B4-BE49-F238E27FC236}">
                <a16:creationId xmlns:a16="http://schemas.microsoft.com/office/drawing/2014/main" id="{DCB9506D-44E5-4F1C-935A-CE09631845F2}"/>
              </a:ext>
            </a:extLst>
          </p:cNvPr>
          <p:cNvSpPr>
            <a:spLocks noGrp="1"/>
          </p:cNvSpPr>
          <p:nvPr>
            <p:ph type="ftr" sz="quarter" idx="12"/>
          </p:nvPr>
        </p:nvSpPr>
        <p:spPr/>
        <p:txBody>
          <a:bodyPr/>
          <a:lstStyle/>
          <a:p>
            <a:pPr>
              <a:lnSpc>
                <a:spcPct val="100000"/>
              </a:lnSpc>
            </a:pPr>
            <a:r>
              <a:rPr lang="en-US"/>
              <a:t>Restricted | © Siemens 2024 | Siemens Digital Industries Software</a:t>
            </a:r>
            <a:endParaRPr lang="en-US" dirty="0"/>
          </a:p>
        </p:txBody>
      </p:sp>
    </p:spTree>
    <p:extLst>
      <p:ext uri="{BB962C8B-B14F-4D97-AF65-F5344CB8AC3E}">
        <p14:creationId xmlns:p14="http://schemas.microsoft.com/office/powerpoint/2010/main" val="891348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C403490-0C87-362E-790D-E592BAE073A4}"/>
              </a:ext>
            </a:extLst>
          </p:cNvPr>
          <p:cNvSpPr>
            <a:spLocks noGrp="1"/>
          </p:cNvSpPr>
          <p:nvPr>
            <p:ph type="title"/>
          </p:nvPr>
        </p:nvSpPr>
        <p:spPr>
          <a:xfrm>
            <a:off x="410400" y="478800"/>
            <a:ext cx="9863997" cy="576000"/>
          </a:xfrm>
        </p:spPr>
        <p:txBody>
          <a:bodyPr/>
          <a:lstStyle/>
          <a:p>
            <a:r>
              <a:rPr lang="en-US" dirty="0"/>
              <a:t>Context </a:t>
            </a:r>
          </a:p>
        </p:txBody>
      </p:sp>
      <p:sp>
        <p:nvSpPr>
          <p:cNvPr id="5" name="TextBox 4">
            <a:extLst>
              <a:ext uri="{FF2B5EF4-FFF2-40B4-BE49-F238E27FC236}">
                <a16:creationId xmlns:a16="http://schemas.microsoft.com/office/drawing/2014/main" id="{A9034A76-FB17-4586-88A5-1D63619988C8}"/>
              </a:ext>
            </a:extLst>
          </p:cNvPr>
          <p:cNvSpPr txBox="1"/>
          <p:nvPr/>
        </p:nvSpPr>
        <p:spPr>
          <a:xfrm>
            <a:off x="411162" y="1054800"/>
            <a:ext cx="11376026" cy="5112000"/>
          </a:xfrm>
          <a:prstGeom prst="rect">
            <a:avLst/>
          </a:prstGeom>
        </p:spPr>
        <p:txBody>
          <a:bodyPr vert="horz" lIns="0" tIns="0" rIns="0" bIns="0" rtlCol="0">
            <a:normAutofit/>
          </a:bodyPr>
          <a:lstStyle/>
          <a:p>
            <a:pPr>
              <a:spcAft>
                <a:spcPts val="300"/>
              </a:spcAft>
              <a:buFont typeface="Arial" panose="020B0604020202020204" pitchFamily="34" charset="0"/>
            </a:pPr>
            <a:r>
              <a:rPr lang="en-US" sz="1700" b="0" dirty="0"/>
              <a:t>In the </a:t>
            </a:r>
            <a:r>
              <a:rPr lang="en-US" sz="1700" b="0" dirty="0" err="1"/>
              <a:t>Opcenter</a:t>
            </a:r>
            <a:r>
              <a:rPr lang="en-US" sz="1700" b="0" dirty="0"/>
              <a:t> environment, the Portal communicates with the Application Server.</a:t>
            </a:r>
          </a:p>
          <a:p>
            <a:pPr>
              <a:spcAft>
                <a:spcPts val="300"/>
              </a:spcAft>
              <a:buFont typeface="Arial" panose="020B0604020202020204" pitchFamily="34" charset="0"/>
            </a:pPr>
            <a:r>
              <a:rPr lang="en-US" sz="1700" b="0" dirty="0"/>
              <a:t>This communication happens through XML messages.</a:t>
            </a:r>
          </a:p>
          <a:p>
            <a:pPr>
              <a:spcAft>
                <a:spcPts val="300"/>
              </a:spcAft>
              <a:buFont typeface="Arial" panose="020B0604020202020204" pitchFamily="34" charset="0"/>
            </a:pPr>
            <a:r>
              <a:rPr lang="en-US" sz="1700" b="0" dirty="0"/>
              <a:t>Every request and response between these components is recorded in log files.</a:t>
            </a:r>
          </a:p>
          <a:p>
            <a:pPr>
              <a:spcAft>
                <a:spcPts val="300"/>
              </a:spcAft>
              <a:buFont typeface="Arial" panose="020B0604020202020204" pitchFamily="34" charset="0"/>
            </a:pPr>
            <a:r>
              <a:rPr lang="en-US" sz="1700" b="0" dirty="0"/>
              <a:t>These logs keep a trace of system activity and interactions.</a:t>
            </a:r>
          </a:p>
          <a:p>
            <a:pPr>
              <a:spcAft>
                <a:spcPts val="300"/>
              </a:spcAft>
              <a:buFont typeface="Arial" panose="020B0604020202020204" pitchFamily="34" charset="0"/>
            </a:pPr>
            <a:r>
              <a:rPr lang="en-US" sz="1700" b="0" dirty="0"/>
              <a:t>The log files record the communication between system components.</a:t>
            </a:r>
          </a:p>
          <a:p>
            <a:pPr>
              <a:spcAft>
                <a:spcPts val="300"/>
              </a:spcAft>
              <a:buFont typeface="Arial" panose="020B0604020202020204" pitchFamily="34" charset="0"/>
            </a:pPr>
            <a:r>
              <a:rPr lang="en-US" sz="1700" b="0" dirty="0"/>
              <a:t>They contain structured text based on the </a:t>
            </a:r>
            <a:r>
              <a:rPr lang="en-US" sz="1700" b="0" dirty="0" err="1"/>
              <a:t>Opcenter</a:t>
            </a:r>
            <a:r>
              <a:rPr lang="en-US" sz="1700" b="0" dirty="0"/>
              <a:t> model-driven architecture.</a:t>
            </a:r>
          </a:p>
          <a:p>
            <a:pPr>
              <a:spcAft>
                <a:spcPts val="300"/>
              </a:spcAft>
              <a:buFont typeface="Arial" panose="020B0604020202020204" pitchFamily="34" charset="0"/>
            </a:pPr>
            <a:r>
              <a:rPr lang="en-US" sz="1700" b="0" dirty="0"/>
              <a:t>This text includes references to system elements such as CDOs and CLFs.</a:t>
            </a:r>
          </a:p>
          <a:p>
            <a:pPr>
              <a:spcAft>
                <a:spcPts val="300"/>
              </a:spcAft>
              <a:buFont typeface="Arial" panose="020B0604020202020204" pitchFamily="34" charset="0"/>
            </a:pPr>
            <a:r>
              <a:rPr lang="en-US" sz="1700" b="0" dirty="0"/>
              <a:t>Because the logs are raw text, the information can be difficult to analyze directly.</a:t>
            </a:r>
          </a:p>
          <a:p>
            <a:pPr>
              <a:spcAft>
                <a:spcPts val="300"/>
              </a:spcAft>
              <a:buFont typeface="Arial" panose="020B0604020202020204" pitchFamily="34" charset="0"/>
            </a:pPr>
            <a:r>
              <a:rPr lang="en-US" sz="1700" b="0" dirty="0"/>
              <a:t>CDOs represent the business objects of the system.</a:t>
            </a:r>
          </a:p>
          <a:p>
            <a:pPr>
              <a:spcAft>
                <a:spcPts val="300"/>
              </a:spcAft>
              <a:buFont typeface="Arial" panose="020B0604020202020204" pitchFamily="34" charset="0"/>
            </a:pPr>
            <a:r>
              <a:rPr lang="en-US" sz="1700" b="0" dirty="0"/>
              <a:t>Examples include Product, Workflow, Equipment, and Material.</a:t>
            </a:r>
          </a:p>
          <a:p>
            <a:pPr>
              <a:spcAft>
                <a:spcPts val="300"/>
              </a:spcAft>
              <a:buFont typeface="Arial" panose="020B0604020202020204" pitchFamily="34" charset="0"/>
            </a:pPr>
            <a:r>
              <a:rPr lang="en-US" sz="1700" b="0" dirty="0"/>
              <a:t>Data CDOs store persistent information about these entities.</a:t>
            </a:r>
          </a:p>
          <a:p>
            <a:pPr>
              <a:spcAft>
                <a:spcPts val="300"/>
              </a:spcAft>
              <a:buFont typeface="Arial" panose="020B0604020202020204" pitchFamily="34" charset="0"/>
            </a:pPr>
            <a:r>
              <a:rPr lang="en-US" sz="1700" b="0" dirty="0"/>
              <a:t>Service CDOs perform actions on them, such as Move, </a:t>
            </a:r>
            <a:r>
              <a:rPr lang="en-US" sz="1700" b="0" dirty="0" err="1"/>
              <a:t>CollectData</a:t>
            </a:r>
            <a:r>
              <a:rPr lang="en-US" sz="1700" b="0" dirty="0"/>
              <a:t>, or </a:t>
            </a:r>
            <a:r>
              <a:rPr lang="en-US" sz="1700" b="0" dirty="0" err="1"/>
              <a:t>ProductMaintenance</a:t>
            </a:r>
            <a:r>
              <a:rPr lang="en-US" sz="1700" b="0" dirty="0"/>
              <a:t>.</a:t>
            </a:r>
          </a:p>
          <a:p>
            <a:pPr>
              <a:spcAft>
                <a:spcPts val="300"/>
              </a:spcAft>
              <a:buFont typeface="Arial" panose="020B0604020202020204" pitchFamily="34" charset="0"/>
            </a:pPr>
            <a:r>
              <a:rPr lang="en-US" sz="1700" b="0" dirty="0"/>
              <a:t>CLFs define the business logic of the system.</a:t>
            </a:r>
          </a:p>
          <a:p>
            <a:pPr>
              <a:spcAft>
                <a:spcPts val="300"/>
              </a:spcAft>
              <a:buFont typeface="Arial" panose="020B0604020202020204" pitchFamily="34" charset="0"/>
            </a:pPr>
            <a:r>
              <a:rPr lang="en-US" sz="1700" b="0" dirty="0"/>
              <a:t>They control how operations are executed and in which order.</a:t>
            </a:r>
          </a:p>
          <a:p>
            <a:pPr>
              <a:spcAft>
                <a:spcPts val="300"/>
              </a:spcAft>
              <a:buFont typeface="Arial" panose="020B0604020202020204" pitchFamily="34" charset="0"/>
            </a:pPr>
            <a:r>
              <a:rPr lang="en-US" sz="1700" b="0" dirty="0"/>
              <a:t>CLFs can validate inputs, determine workflow steps, or perform calculations.</a:t>
            </a:r>
          </a:p>
          <a:p>
            <a:pPr>
              <a:spcAft>
                <a:spcPts val="300"/>
              </a:spcAft>
              <a:buFont typeface="Arial" panose="020B0604020202020204" pitchFamily="34" charset="0"/>
            </a:pPr>
            <a:r>
              <a:rPr lang="en-US" sz="1700" b="0" dirty="0"/>
              <a:t>They are often attached to CDOs or their fields.</a:t>
            </a:r>
          </a:p>
        </p:txBody>
      </p:sp>
      <p:sp>
        <p:nvSpPr>
          <p:cNvPr id="4" name="Footer Placeholder 3">
            <a:extLst>
              <a:ext uri="{FF2B5EF4-FFF2-40B4-BE49-F238E27FC236}">
                <a16:creationId xmlns:a16="http://schemas.microsoft.com/office/drawing/2014/main" id="{8BCE3F1F-DDC7-425A-88D8-E7DAA56FE946}"/>
              </a:ext>
            </a:extLst>
          </p:cNvPr>
          <p:cNvSpPr>
            <a:spLocks noGrp="1"/>
          </p:cNvSpPr>
          <p:nvPr>
            <p:ph type="ftr" sz="quarter" idx="10"/>
          </p:nvPr>
        </p:nvSpPr>
        <p:spPr>
          <a:xfrm>
            <a:off x="1059160" y="6310800"/>
            <a:ext cx="9216000" cy="547200"/>
          </a:xfrm>
        </p:spPr>
        <p:txBody>
          <a:bodyPr vert="horz" lIns="0" tIns="0" rIns="0" bIns="61200" rtlCol="0" anchor="ctr" anchorCtr="0">
            <a:normAutofit/>
          </a:bodyPr>
          <a:lstStyle/>
          <a:p>
            <a:pPr>
              <a:spcAft>
                <a:spcPts val="600"/>
              </a:spcAft>
            </a:pPr>
            <a:r>
              <a:rPr lang="en-US" kern="1200">
                <a:latin typeface="+mn-lt"/>
                <a:ea typeface="+mn-ea"/>
                <a:cs typeface="+mn-cs"/>
              </a:rPr>
              <a:t>Restricted | © Siemens 2024 | Siemens Digital Industries Software</a:t>
            </a:r>
          </a:p>
        </p:txBody>
      </p:sp>
      <p:sp>
        <p:nvSpPr>
          <p:cNvPr id="10" name="Slide Number Placeholder 3">
            <a:extLst>
              <a:ext uri="{FF2B5EF4-FFF2-40B4-BE49-F238E27FC236}">
                <a16:creationId xmlns:a16="http://schemas.microsoft.com/office/drawing/2014/main" id="{AFDF4EA7-8ACA-430C-6C31-96E419086048}"/>
              </a:ext>
            </a:extLst>
          </p:cNvPr>
          <p:cNvSpPr>
            <a:spLocks noGrp="1"/>
          </p:cNvSpPr>
          <p:nvPr>
            <p:ph type="sldNum" sz="quarter" idx="11"/>
          </p:nvPr>
        </p:nvSpPr>
        <p:spPr>
          <a:xfrm>
            <a:off x="411162" y="6310800"/>
            <a:ext cx="648000" cy="547200"/>
          </a:xfrm>
        </p:spPr>
        <p:txBody>
          <a:bodyPr vert="horz" lIns="0" tIns="0" rIns="0" bIns="61200" rtlCol="0" anchor="ctr" anchorCtr="0">
            <a:normAutofit/>
          </a:bodyPr>
          <a:lstStyle/>
          <a:p>
            <a:pPr>
              <a:spcAft>
                <a:spcPts val="600"/>
              </a:spcAft>
            </a:pPr>
            <a:r>
              <a:rPr lang="en-US"/>
              <a:t>Page </a:t>
            </a:r>
            <a:fld id="{15EBE321-CBB1-4E91-BD14-37C8D44326FB}" type="slidenum">
              <a:rPr lang="en-US" smtClean="0"/>
              <a:pPr>
                <a:spcAft>
                  <a:spcPts val="600"/>
                </a:spcAft>
              </a:pPr>
              <a:t>2</a:t>
            </a:fld>
            <a:endParaRPr lang="en-US"/>
          </a:p>
        </p:txBody>
      </p:sp>
    </p:spTree>
    <p:extLst>
      <p:ext uri="{BB962C8B-B14F-4D97-AF65-F5344CB8AC3E}">
        <p14:creationId xmlns:p14="http://schemas.microsoft.com/office/powerpoint/2010/main" val="3282358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99CD3-9BA0-468C-B882-8DAD43373DA8}"/>
              </a:ext>
            </a:extLst>
          </p:cNvPr>
          <p:cNvSpPr>
            <a:spLocks noGrp="1"/>
          </p:cNvSpPr>
          <p:nvPr>
            <p:ph type="title"/>
          </p:nvPr>
        </p:nvSpPr>
        <p:spPr>
          <a:xfrm>
            <a:off x="410400" y="478800"/>
            <a:ext cx="9863997" cy="576000"/>
          </a:xfrm>
        </p:spPr>
        <p:txBody>
          <a:bodyPr anchor="t">
            <a:normAutofit/>
          </a:bodyPr>
          <a:lstStyle/>
          <a:p>
            <a:r>
              <a:rPr lang="it-IT"/>
              <a:t>Architecture</a:t>
            </a:r>
          </a:p>
        </p:txBody>
      </p:sp>
      <p:pic>
        <p:nvPicPr>
          <p:cNvPr id="6" name="Picture 5" descr="A diagram of a software development&#10;&#10;Description automatically generated">
            <a:extLst>
              <a:ext uri="{FF2B5EF4-FFF2-40B4-BE49-F238E27FC236}">
                <a16:creationId xmlns:a16="http://schemas.microsoft.com/office/drawing/2014/main" id="{057D2693-CEB3-4C0E-85B8-08622D5A39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9624" y="1414800"/>
            <a:ext cx="7119101" cy="4752000"/>
          </a:xfrm>
          <a:prstGeom prst="rect">
            <a:avLst/>
          </a:prstGeom>
          <a:noFill/>
        </p:spPr>
      </p:pic>
      <p:sp>
        <p:nvSpPr>
          <p:cNvPr id="4" name="Footer Placeholder 3">
            <a:extLst>
              <a:ext uri="{FF2B5EF4-FFF2-40B4-BE49-F238E27FC236}">
                <a16:creationId xmlns:a16="http://schemas.microsoft.com/office/drawing/2014/main" id="{BC44B0F0-88DD-49D5-912B-C0264E637334}"/>
              </a:ext>
            </a:extLst>
          </p:cNvPr>
          <p:cNvSpPr>
            <a:spLocks noGrp="1"/>
          </p:cNvSpPr>
          <p:nvPr>
            <p:ph type="ftr" sz="quarter" idx="10"/>
          </p:nvPr>
        </p:nvSpPr>
        <p:spPr>
          <a:xfrm>
            <a:off x="1059160" y="6310800"/>
            <a:ext cx="9216000" cy="547200"/>
          </a:xfrm>
        </p:spPr>
        <p:txBody>
          <a:bodyPr anchor="ctr">
            <a:normAutofit/>
          </a:bodyPr>
          <a:lstStyle/>
          <a:p>
            <a:pPr>
              <a:spcAft>
                <a:spcPts val="600"/>
              </a:spcAft>
            </a:pPr>
            <a:r>
              <a:rPr lang="en-US"/>
              <a:t>Restricted | © Siemens 2024 | Siemens Digital Industries Software</a:t>
            </a:r>
          </a:p>
        </p:txBody>
      </p:sp>
      <p:sp>
        <p:nvSpPr>
          <p:cNvPr id="11" name="Slide Number Placeholder 4">
            <a:extLst>
              <a:ext uri="{FF2B5EF4-FFF2-40B4-BE49-F238E27FC236}">
                <a16:creationId xmlns:a16="http://schemas.microsoft.com/office/drawing/2014/main" id="{51A74BAF-92B1-F795-785F-9F1ED6698A17}"/>
              </a:ext>
            </a:extLst>
          </p:cNvPr>
          <p:cNvSpPr>
            <a:spLocks noGrp="1"/>
          </p:cNvSpPr>
          <p:nvPr>
            <p:ph type="sldNum" sz="quarter" idx="11"/>
          </p:nvPr>
        </p:nvSpPr>
        <p:spPr>
          <a:xfrm>
            <a:off x="411162" y="6310800"/>
            <a:ext cx="648000" cy="547200"/>
          </a:xfrm>
        </p:spPr>
        <p:txBody>
          <a:bodyPr/>
          <a:lstStyle/>
          <a:p>
            <a:pPr>
              <a:spcAft>
                <a:spcPts val="600"/>
              </a:spcAft>
            </a:pPr>
            <a:r>
              <a:rPr lang="en-US"/>
              <a:t>Page </a:t>
            </a:r>
            <a:fld id="{15EBE321-CBB1-4E91-BD14-37C8D44326FB}" type="slidenum">
              <a:rPr lang="en-US" smtClean="0"/>
              <a:pPr>
                <a:spcAft>
                  <a:spcPts val="600"/>
                </a:spcAft>
              </a:pPr>
              <a:t>3</a:t>
            </a:fld>
            <a:endParaRPr lang="en-US"/>
          </a:p>
        </p:txBody>
      </p:sp>
    </p:spTree>
    <p:extLst>
      <p:ext uri="{BB962C8B-B14F-4D97-AF65-F5344CB8AC3E}">
        <p14:creationId xmlns:p14="http://schemas.microsoft.com/office/powerpoint/2010/main" val="359793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21EC91D-2BF3-4539-9958-3F71E382069D}"/>
              </a:ext>
            </a:extLst>
          </p:cNvPr>
          <p:cNvSpPr>
            <a:spLocks noGrp="1"/>
          </p:cNvSpPr>
          <p:nvPr>
            <p:ph type="subTitle" idx="1"/>
          </p:nvPr>
        </p:nvSpPr>
        <p:spPr>
          <a:xfrm>
            <a:off x="105187" y="-32886"/>
            <a:ext cx="9288000" cy="1930398"/>
          </a:xfrm>
        </p:spPr>
        <p:txBody>
          <a:bodyPr/>
          <a:lstStyle/>
          <a:p>
            <a:pPr algn="l" rtl="0"/>
            <a:r>
              <a:rPr lang="it-IT" sz="2000" dirty="0"/>
              <a:t>This diagram </a:t>
            </a:r>
            <a:r>
              <a:rPr lang="it-IT" sz="2000" b="0" i="0" dirty="0">
                <a:effectLst/>
                <a:latin typeface="Arial" panose="020B0604020202020204" pitchFamily="34" charset="0"/>
              </a:rPr>
              <a:t>represents the high-level components in OpcenterEX MDD and OpcenterEX CR. </a:t>
            </a:r>
          </a:p>
          <a:p>
            <a:pPr algn="l" rtl="0"/>
            <a:endParaRPr lang="it-IT" sz="2000" dirty="0">
              <a:solidFill>
                <a:schemeClr val="bg1"/>
              </a:solidFill>
              <a:latin typeface="Arial" panose="020B0604020202020204" pitchFamily="34" charset="0"/>
            </a:endParaRPr>
          </a:p>
          <a:p>
            <a:pPr algn="l" rtl="0"/>
            <a:endParaRPr lang="it-IT" sz="2000" dirty="0">
              <a:solidFill>
                <a:schemeClr val="bg1"/>
              </a:solidFill>
              <a:latin typeface="Arial" panose="020B0604020202020204" pitchFamily="34" charset="0"/>
            </a:endParaRPr>
          </a:p>
          <a:p>
            <a:pPr algn="l" rtl="0"/>
            <a:endParaRPr lang="it-IT" sz="2000" b="0" i="0" dirty="0">
              <a:solidFill>
                <a:schemeClr val="bg1"/>
              </a:solidFill>
              <a:effectLst/>
              <a:latin typeface="Arial" panose="020B0604020202020204" pitchFamily="34" charset="0"/>
            </a:endParaRPr>
          </a:p>
          <a:p>
            <a:br>
              <a:rPr lang="it-IT" dirty="0"/>
            </a:br>
            <a:endParaRPr lang="it-IT" dirty="0"/>
          </a:p>
        </p:txBody>
      </p:sp>
      <p:sp>
        <p:nvSpPr>
          <p:cNvPr id="4" name="Footer Placeholder 3">
            <a:extLst>
              <a:ext uri="{FF2B5EF4-FFF2-40B4-BE49-F238E27FC236}">
                <a16:creationId xmlns:a16="http://schemas.microsoft.com/office/drawing/2014/main" id="{45865F34-0C27-4BC3-A978-9D1146BE3E32}"/>
              </a:ext>
            </a:extLst>
          </p:cNvPr>
          <p:cNvSpPr>
            <a:spLocks noGrp="1"/>
          </p:cNvSpPr>
          <p:nvPr>
            <p:ph type="ftr" sz="quarter" idx="12"/>
          </p:nvPr>
        </p:nvSpPr>
        <p:spPr/>
        <p:txBody>
          <a:bodyPr/>
          <a:lstStyle/>
          <a:p>
            <a:pPr>
              <a:lnSpc>
                <a:spcPct val="100000"/>
              </a:lnSpc>
            </a:pPr>
            <a:r>
              <a:rPr lang="en-US"/>
              <a:t>Restricted | © Siemens 2024 | Siemens Digital Industries Software</a:t>
            </a:r>
            <a:endParaRPr lang="en-US" dirty="0"/>
          </a:p>
        </p:txBody>
      </p:sp>
      <p:sp>
        <p:nvSpPr>
          <p:cNvPr id="5" name="AutoShape 2" descr="Uploaded image">
            <a:extLst>
              <a:ext uri="{FF2B5EF4-FFF2-40B4-BE49-F238E27FC236}">
                <a16:creationId xmlns:a16="http://schemas.microsoft.com/office/drawing/2014/main" id="{0DF5279B-D344-4D3A-98D8-386CCBDE2D91}"/>
              </a:ext>
            </a:extLst>
          </p:cNvPr>
          <p:cNvSpPr>
            <a:spLocks noChangeAspect="1" noChangeArrowheads="1"/>
          </p:cNvSpPr>
          <p:nvPr/>
        </p:nvSpPr>
        <p:spPr bwMode="auto">
          <a:xfrm>
            <a:off x="5943600" y="515754"/>
            <a:ext cx="3065646" cy="306564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pic>
        <p:nvPicPr>
          <p:cNvPr id="9" name="Picture 8">
            <a:extLst>
              <a:ext uri="{FF2B5EF4-FFF2-40B4-BE49-F238E27FC236}">
                <a16:creationId xmlns:a16="http://schemas.microsoft.com/office/drawing/2014/main" id="{C34858C6-F938-4B8D-ADF0-17A9155DA9FE}"/>
              </a:ext>
            </a:extLst>
          </p:cNvPr>
          <p:cNvPicPr>
            <a:picLocks noChangeAspect="1"/>
          </p:cNvPicPr>
          <p:nvPr/>
        </p:nvPicPr>
        <p:blipFill>
          <a:blip r:embed="rId2"/>
          <a:stretch>
            <a:fillRect/>
          </a:stretch>
        </p:blipFill>
        <p:spPr>
          <a:xfrm>
            <a:off x="211065" y="2064924"/>
            <a:ext cx="8659433" cy="4277322"/>
          </a:xfrm>
          <a:prstGeom prst="rect">
            <a:avLst/>
          </a:prstGeom>
        </p:spPr>
      </p:pic>
    </p:spTree>
    <p:extLst>
      <p:ext uri="{BB962C8B-B14F-4D97-AF65-F5344CB8AC3E}">
        <p14:creationId xmlns:p14="http://schemas.microsoft.com/office/powerpoint/2010/main" val="230482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88D96-8AA8-4B6C-8572-630E42DF3E7F}"/>
              </a:ext>
            </a:extLst>
          </p:cNvPr>
          <p:cNvSpPr>
            <a:spLocks noGrp="1"/>
          </p:cNvSpPr>
          <p:nvPr>
            <p:ph type="title"/>
          </p:nvPr>
        </p:nvSpPr>
        <p:spPr>
          <a:xfrm>
            <a:off x="290583" y="0"/>
            <a:ext cx="9863237" cy="1162523"/>
          </a:xfrm>
        </p:spPr>
        <p:txBody>
          <a:bodyPr/>
          <a:lstStyle/>
          <a:p>
            <a:r>
              <a:rPr lang="it-IT" dirty="0"/>
              <a:t>AI ChatBot</a:t>
            </a:r>
          </a:p>
        </p:txBody>
      </p:sp>
      <p:sp>
        <p:nvSpPr>
          <p:cNvPr id="3" name="Subtitle 2">
            <a:extLst>
              <a:ext uri="{FF2B5EF4-FFF2-40B4-BE49-F238E27FC236}">
                <a16:creationId xmlns:a16="http://schemas.microsoft.com/office/drawing/2014/main" id="{7CE44002-9884-42F8-990C-944E83B289CA}"/>
              </a:ext>
            </a:extLst>
          </p:cNvPr>
          <p:cNvSpPr>
            <a:spLocks noGrp="1"/>
          </p:cNvSpPr>
          <p:nvPr>
            <p:ph type="subTitle" idx="1"/>
          </p:nvPr>
        </p:nvSpPr>
        <p:spPr>
          <a:xfrm>
            <a:off x="378077" y="1238459"/>
            <a:ext cx="11435845" cy="4381081"/>
          </a:xfrm>
        </p:spPr>
        <p:txBody>
          <a:bodyPr/>
          <a:lstStyle/>
          <a:p>
            <a:r>
              <a:rPr lang="en-US" sz="2800" b="0" i="0">
                <a:effectLst/>
                <a:latin typeface="-apple-system"/>
              </a:rPr>
              <a:t>The ChatBot is a Python application that allows you to chat with multiple PDF documents. You can ask questions about the PDFs using natural language, and the application will provide relevant responses based on the content of the documents. This app utilizes a language model to generate accurate answers to your queries. Please note that the app will only respond to questions related to the loaded PDFs.</a:t>
            </a:r>
            <a:br>
              <a:rPr lang="en-US" sz="2800" b="0" i="0">
                <a:effectLst/>
                <a:latin typeface="-apple-system"/>
              </a:rPr>
            </a:br>
            <a:br>
              <a:rPr lang="en-US" sz="2800">
                <a:latin typeface="-apple-system"/>
              </a:rPr>
            </a:br>
            <a:r>
              <a:rPr lang="en-US" sz="2800">
                <a:latin typeface="-apple-system"/>
              </a:rPr>
              <a:t>This is a Fine Tunning based application</a:t>
            </a:r>
            <a:endParaRPr lang="it-IT" sz="2000" i="1" dirty="0"/>
          </a:p>
        </p:txBody>
      </p:sp>
      <p:sp>
        <p:nvSpPr>
          <p:cNvPr id="4" name="Footer Placeholder 3">
            <a:extLst>
              <a:ext uri="{FF2B5EF4-FFF2-40B4-BE49-F238E27FC236}">
                <a16:creationId xmlns:a16="http://schemas.microsoft.com/office/drawing/2014/main" id="{4F2E1FA3-B1D7-4230-9AC6-21DEE1E8058B}"/>
              </a:ext>
            </a:extLst>
          </p:cNvPr>
          <p:cNvSpPr>
            <a:spLocks noGrp="1"/>
          </p:cNvSpPr>
          <p:nvPr>
            <p:ph type="ftr" sz="quarter" idx="10"/>
          </p:nvPr>
        </p:nvSpPr>
        <p:spPr>
          <a:xfrm>
            <a:off x="1059162" y="6310800"/>
            <a:ext cx="9216000"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Restricted | © Siemens 2024 | Siemens Digital Industries Software</a:t>
            </a:r>
            <a:endParaRPr kumimoji="0" lang="en-US" sz="9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7AB602ED-8D5D-467A-A51F-30B2CA69C727}"/>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900" b="1"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96554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83E-7AD8-4019-B71F-C15AE73DC180}"/>
              </a:ext>
            </a:extLst>
          </p:cNvPr>
          <p:cNvSpPr>
            <a:spLocks noGrp="1"/>
          </p:cNvSpPr>
          <p:nvPr>
            <p:ph type="title"/>
          </p:nvPr>
        </p:nvSpPr>
        <p:spPr>
          <a:xfrm>
            <a:off x="2987232" y="18376"/>
            <a:ext cx="9204768" cy="663925"/>
          </a:xfrm>
        </p:spPr>
        <p:txBody>
          <a:bodyPr/>
          <a:lstStyle/>
          <a:p>
            <a:r>
              <a:rPr lang="it-IT" sz="4400"/>
              <a:t>How It Works</a:t>
            </a:r>
            <a:endParaRPr lang="it-IT" sz="4400" dirty="0"/>
          </a:p>
        </p:txBody>
      </p:sp>
      <p:sp>
        <p:nvSpPr>
          <p:cNvPr id="3" name="Subtitle 2">
            <a:extLst>
              <a:ext uri="{FF2B5EF4-FFF2-40B4-BE49-F238E27FC236}">
                <a16:creationId xmlns:a16="http://schemas.microsoft.com/office/drawing/2014/main" id="{040FC5E0-AB25-4207-A371-162008EAA9A3}"/>
              </a:ext>
            </a:extLst>
          </p:cNvPr>
          <p:cNvSpPr>
            <a:spLocks noGrp="1"/>
          </p:cNvSpPr>
          <p:nvPr>
            <p:ph type="subTitle" idx="1"/>
          </p:nvPr>
        </p:nvSpPr>
        <p:spPr>
          <a:xfrm>
            <a:off x="411162" y="682301"/>
            <a:ext cx="11733020" cy="5744876"/>
          </a:xfrm>
        </p:spPr>
        <p:txBody>
          <a:bodyPr/>
          <a:lstStyle/>
          <a:p>
            <a:pPr algn="l"/>
            <a:r>
              <a:rPr lang="en-US" sz="1800" b="0" i="0">
                <a:effectLst/>
                <a:latin typeface="-apple-system"/>
              </a:rPr>
              <a:t>The application follows these steps to provide responses to your questions:</a:t>
            </a:r>
          </a:p>
          <a:p>
            <a:pPr algn="l"/>
            <a:endParaRPr lang="en-US" sz="1800" b="0" i="0">
              <a:effectLst/>
              <a:latin typeface="-apple-system"/>
            </a:endParaRPr>
          </a:p>
          <a:p>
            <a:pPr algn="l">
              <a:buFont typeface="+mj-lt"/>
              <a:buAutoNum type="arabicPeriod"/>
            </a:pPr>
            <a:r>
              <a:rPr lang="en-US" sz="1800" b="0" i="0">
                <a:effectLst/>
                <a:latin typeface="-apple-system"/>
              </a:rPr>
              <a:t> PDF Loading: The app reads multiple PDF documents and extracts their text content (Limit 200 Mb per File)</a:t>
            </a:r>
          </a:p>
          <a:p>
            <a:pPr marL="360000" lvl="5" indent="0">
              <a:buNone/>
            </a:pPr>
            <a:endParaRPr lang="en-US" sz="1800" b="0" i="0">
              <a:effectLst/>
              <a:latin typeface="-apple-system"/>
            </a:endParaRPr>
          </a:p>
          <a:p>
            <a:pPr algn="l">
              <a:buFont typeface="+mj-lt"/>
              <a:buAutoNum type="arabicPeriod"/>
            </a:pPr>
            <a:r>
              <a:rPr lang="en-US" sz="1800" b="0" i="0">
                <a:effectLst/>
                <a:latin typeface="-apple-system"/>
              </a:rPr>
              <a:t> Text Chunking: The extracted text is divided into smaller chunks that can be processed effectively.</a:t>
            </a:r>
            <a:endParaRPr lang="en-US" sz="1800">
              <a:latin typeface="-apple-system"/>
            </a:endParaRPr>
          </a:p>
          <a:p>
            <a:pPr lvl="5"/>
            <a:endParaRPr lang="en-US" sz="1800" b="0" i="0">
              <a:effectLst/>
              <a:latin typeface="-apple-system"/>
            </a:endParaRPr>
          </a:p>
          <a:p>
            <a:pPr algn="l">
              <a:buFont typeface="+mj-lt"/>
              <a:buAutoNum type="arabicPeriod"/>
            </a:pPr>
            <a:r>
              <a:rPr lang="en-US" sz="1800" b="0" i="0">
                <a:effectLst/>
                <a:latin typeface="-apple-system"/>
              </a:rPr>
              <a:t> Language Model: The application utilizes a language model to generate vector representations (embeddings) of the text chunks.</a:t>
            </a:r>
          </a:p>
          <a:p>
            <a:pPr lvl="5"/>
            <a:r>
              <a:rPr kumimoji="0" lang="it-IT" altLang="it-IT" sz="1800" b="0" i="0" u="none" strike="noStrike" cap="none" normalizeH="0" baseline="0">
                <a:ln>
                  <a:noFill/>
                </a:ln>
                <a:solidFill>
                  <a:schemeClr val="tx1"/>
                </a:solidFill>
                <a:effectLst/>
                <a:latin typeface="Arial" panose="020B0604020202020204" pitchFamily="34" charset="0"/>
              </a:rPr>
              <a:t>Embeddings can be stored in a database (DB)</a:t>
            </a:r>
            <a:endParaRPr lang="en-US" sz="1800">
              <a:latin typeface="-apple-system"/>
            </a:endParaRPr>
          </a:p>
          <a:p>
            <a:pPr lvl="5"/>
            <a:r>
              <a:rPr lang="en-US" sz="1800">
                <a:latin typeface="-apple-system"/>
              </a:rPr>
              <a:t>You can select in which DB to store your data</a:t>
            </a:r>
          </a:p>
          <a:p>
            <a:pPr lvl="5"/>
            <a:r>
              <a:rPr lang="en-US" sz="1800" b="0" i="0">
                <a:effectLst/>
                <a:latin typeface="-apple-system"/>
              </a:rPr>
              <a:t>Can Select the </a:t>
            </a:r>
            <a:r>
              <a:rPr lang="en-US" sz="1800">
                <a:latin typeface="-apple-system"/>
              </a:rPr>
              <a:t>Manuals</a:t>
            </a:r>
            <a:r>
              <a:rPr lang="en-US" sz="1800" b="0" i="0">
                <a:effectLst/>
                <a:latin typeface="-apple-system"/>
              </a:rPr>
              <a:t> you wish to retrieve from the already analyzed</a:t>
            </a:r>
            <a:r>
              <a:rPr lang="en-US" sz="1800">
                <a:latin typeface="-apple-system"/>
              </a:rPr>
              <a:t> PDFs </a:t>
            </a:r>
          </a:p>
          <a:p>
            <a:pPr lvl="5"/>
            <a:endParaRPr lang="en-US" sz="1800" b="0" i="0">
              <a:effectLst/>
              <a:latin typeface="-apple-system"/>
            </a:endParaRPr>
          </a:p>
          <a:p>
            <a:pPr algn="l">
              <a:buFont typeface="+mj-lt"/>
              <a:buAutoNum type="arabicPeriod"/>
            </a:pPr>
            <a:r>
              <a:rPr lang="en-US" sz="1800" b="0" i="0">
                <a:effectLst/>
                <a:latin typeface="-apple-system"/>
              </a:rPr>
              <a:t> Similarity Matching: When you ask a question, the app compares it with the text chunks and identifies the most semantically similar ones.</a:t>
            </a:r>
          </a:p>
          <a:p>
            <a:pPr algn="l">
              <a:buFont typeface="+mj-lt"/>
              <a:buAutoNum type="arabicPeriod"/>
            </a:pPr>
            <a:endParaRPr lang="en-US" sz="1800" b="0" i="0">
              <a:effectLst/>
              <a:latin typeface="-apple-system"/>
            </a:endParaRPr>
          </a:p>
          <a:p>
            <a:pPr algn="l">
              <a:buFont typeface="+mj-lt"/>
              <a:buAutoNum type="arabicPeriod"/>
            </a:pPr>
            <a:r>
              <a:rPr lang="en-US" sz="1800" b="0" i="0">
                <a:effectLst/>
                <a:latin typeface="-apple-system"/>
              </a:rPr>
              <a:t> Response Generation: The selected chunks are passed to the language model, which generates a response based on the relevant content of the PDFs</a:t>
            </a:r>
            <a:r>
              <a:rPr lang="en-US" sz="1800" b="0" i="0">
                <a:solidFill>
                  <a:srgbClr val="1F2328"/>
                </a:solidFill>
                <a:effectLst/>
                <a:latin typeface="-apple-system"/>
              </a:rPr>
              <a:t>.</a:t>
            </a:r>
          </a:p>
          <a:p>
            <a:endParaRPr lang="it-IT" dirty="0"/>
          </a:p>
        </p:txBody>
      </p:sp>
      <p:sp>
        <p:nvSpPr>
          <p:cNvPr id="4" name="Footer Placeholder 3">
            <a:extLst>
              <a:ext uri="{FF2B5EF4-FFF2-40B4-BE49-F238E27FC236}">
                <a16:creationId xmlns:a16="http://schemas.microsoft.com/office/drawing/2014/main" id="{73C2B42B-7B5A-42A4-BF25-E7575002E074}"/>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Restricted | © Siemens 2024 | Siemens Digital Industries Software</a:t>
            </a:r>
            <a:endParaRPr kumimoji="0" lang="en-US" sz="9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73C67E3C-68AE-4379-8DFD-778354319A64}"/>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900" b="1" i="0" u="none" strike="noStrike" kern="1200" cap="none" spc="0" normalizeH="0" baseline="0" noProof="0" dirty="0">
              <a:ln>
                <a:noFill/>
              </a:ln>
              <a:solidFill>
                <a:prstClr val="white"/>
              </a:solidFill>
              <a:effectLst/>
              <a:uLnTx/>
              <a:uFillTx/>
              <a:latin typeface="Arial"/>
              <a:ea typeface="+mn-ea"/>
              <a:cs typeface="+mn-cs"/>
            </a:endParaRPr>
          </a:p>
        </p:txBody>
      </p:sp>
      <p:sp>
        <p:nvSpPr>
          <p:cNvPr id="11" name="Rectangle 6">
            <a:extLst>
              <a:ext uri="{FF2B5EF4-FFF2-40B4-BE49-F238E27FC236}">
                <a16:creationId xmlns:a16="http://schemas.microsoft.com/office/drawing/2014/main" id="{C6EF3342-C257-465C-9221-1DCF32B2B54E}"/>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2136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483E-7AD8-4019-B71F-C15AE73DC180}"/>
              </a:ext>
            </a:extLst>
          </p:cNvPr>
          <p:cNvSpPr>
            <a:spLocks noGrp="1"/>
          </p:cNvSpPr>
          <p:nvPr>
            <p:ph type="title"/>
          </p:nvPr>
        </p:nvSpPr>
        <p:spPr>
          <a:xfrm>
            <a:off x="1756310" y="43962"/>
            <a:ext cx="9204768" cy="663925"/>
          </a:xfrm>
        </p:spPr>
        <p:txBody>
          <a:bodyPr/>
          <a:lstStyle/>
          <a:p>
            <a:r>
              <a:rPr lang="it-IT" sz="4400"/>
              <a:t>Chunking with Unstructured</a:t>
            </a:r>
            <a:endParaRPr lang="it-IT" sz="4400" dirty="0"/>
          </a:p>
        </p:txBody>
      </p:sp>
      <p:sp>
        <p:nvSpPr>
          <p:cNvPr id="3" name="Subtitle 2">
            <a:extLst>
              <a:ext uri="{FF2B5EF4-FFF2-40B4-BE49-F238E27FC236}">
                <a16:creationId xmlns:a16="http://schemas.microsoft.com/office/drawing/2014/main" id="{040FC5E0-AB25-4207-A371-162008EAA9A3}"/>
              </a:ext>
            </a:extLst>
          </p:cNvPr>
          <p:cNvSpPr>
            <a:spLocks noGrp="1"/>
          </p:cNvSpPr>
          <p:nvPr>
            <p:ph type="subTitle" idx="1"/>
          </p:nvPr>
        </p:nvSpPr>
        <p:spPr>
          <a:xfrm>
            <a:off x="166703" y="1095676"/>
            <a:ext cx="11733020" cy="5215124"/>
          </a:xfrm>
        </p:spPr>
        <p:txBody>
          <a:bodyPr/>
          <a:lstStyle/>
          <a:p>
            <a:pPr marL="360000" lvl="5" indent="0">
              <a:buNone/>
            </a:pPr>
            <a:r>
              <a:rPr lang="en-US" sz="1600" b="0" i="0">
                <a:effectLst/>
                <a:latin typeface="-apple-system"/>
              </a:rPr>
              <a:t> The extracted text is divided into smaller chunks that can be processed effectively.</a:t>
            </a:r>
          </a:p>
          <a:p>
            <a:pPr marL="360000" lvl="5" indent="0">
              <a:buNone/>
            </a:pPr>
            <a:r>
              <a:rPr lang="en-US" sz="1600">
                <a:latin typeface="-apple-system"/>
              </a:rPr>
              <a:t>Chunking  has 2 processes : Document Elements Structure Detection, Strategy of Splitting the Chunks   </a:t>
            </a:r>
          </a:p>
          <a:p>
            <a:pPr marL="360000" lvl="5" indent="0">
              <a:buNone/>
            </a:pPr>
            <a:endParaRPr lang="en-US" sz="1600" b="0" i="0">
              <a:effectLst/>
              <a:latin typeface="-apple-system"/>
            </a:endParaRPr>
          </a:p>
          <a:p>
            <a:pPr algn="l"/>
            <a:r>
              <a:rPr lang="en-US" sz="1600" b="1">
                <a:solidFill>
                  <a:schemeClr val="accent2">
                    <a:lumMod val="20000"/>
                    <a:lumOff val="80000"/>
                  </a:schemeClr>
                </a:solidFill>
                <a:latin typeface="-apple-system"/>
              </a:rPr>
              <a:t>Document Elements Structure Detection</a:t>
            </a:r>
          </a:p>
          <a:p>
            <a:pPr marL="0" lvl="2" indent="0">
              <a:buNone/>
            </a:pPr>
            <a:endParaRPr lang="en-US" sz="1600">
              <a:latin typeface="-apple-system"/>
            </a:endParaRPr>
          </a:p>
          <a:p>
            <a:pPr lvl="7"/>
            <a:r>
              <a:rPr lang="en-US" sz="1600">
                <a:latin typeface="-apple-system"/>
              </a:rPr>
              <a:t>The chunks are done taking in consideration the Manuals structure</a:t>
            </a:r>
            <a:br>
              <a:rPr lang="en-US" sz="1600">
                <a:latin typeface="-apple-system"/>
              </a:rPr>
            </a:br>
            <a:r>
              <a:rPr lang="en-US" sz="1600">
                <a:latin typeface="-apple-system"/>
              </a:rPr>
              <a:t>Document Elements are detected in base of the PDF Manual page Structure</a:t>
            </a:r>
          </a:p>
          <a:p>
            <a:pPr lvl="7"/>
            <a:endParaRPr lang="en-US" sz="1600">
              <a:latin typeface="-apple-system"/>
            </a:endParaRPr>
          </a:p>
          <a:p>
            <a:pPr lvl="7"/>
            <a:r>
              <a:rPr lang="en-US" sz="1600">
                <a:latin typeface="-apple-system"/>
              </a:rPr>
              <a:t>U</a:t>
            </a:r>
            <a:r>
              <a:rPr lang="en-US" sz="1600" b="0" i="0">
                <a:effectLst/>
                <a:latin typeface="-apple-system"/>
              </a:rPr>
              <a:t>nstructured uses specific knowledge about each document format to partition the document into semantic units (Document </a:t>
            </a:r>
            <a:r>
              <a:rPr lang="en-US" sz="1600">
                <a:latin typeface="-apple-system"/>
              </a:rPr>
              <a:t>E</a:t>
            </a:r>
            <a:r>
              <a:rPr lang="en-US" sz="1600" b="0" i="0">
                <a:effectLst/>
                <a:latin typeface="-apple-system"/>
              </a:rPr>
              <a:t>lements), we only need to resort to text-splitting when a single element exceeds the desired maximum chunk size. Except in that case, all chunks contain one or more whole elements, preserving the coherence of semantic units established during partitioning.</a:t>
            </a:r>
          </a:p>
          <a:p>
            <a:pPr lvl="7"/>
            <a:endParaRPr lang="en-US" sz="1600" b="0" i="0">
              <a:effectLst/>
              <a:latin typeface="-apple-system"/>
            </a:endParaRPr>
          </a:p>
          <a:p>
            <a:pPr lvl="7"/>
            <a:r>
              <a:rPr lang="en-US" sz="1600" b="0" i="0">
                <a:effectLst/>
                <a:latin typeface="-apple-system"/>
              </a:rPr>
              <a:t>In general, chunking combines consecutive elements to form chunks as large as possible without exceeding the maximum chunk size.</a:t>
            </a:r>
          </a:p>
          <a:p>
            <a:pPr marL="540000" lvl="7" indent="0">
              <a:buNone/>
            </a:pPr>
            <a:r>
              <a:rPr lang="en-US" sz="1600">
                <a:latin typeface="-apple-system"/>
              </a:rPr>
              <a:t>	</a:t>
            </a:r>
            <a:r>
              <a:rPr lang="en-US" sz="1600" b="0" i="0">
                <a:effectLst/>
                <a:latin typeface="-apple-system"/>
              </a:rPr>
              <a:t>A single element that by itself exceeds the maximum chunk size is divided into two or more chunks using text-splitting.</a:t>
            </a:r>
          </a:p>
          <a:p>
            <a:pPr lvl="7"/>
            <a:endParaRPr lang="en-US" sz="1600" b="0" i="0">
              <a:effectLst/>
              <a:latin typeface="-apple-system"/>
            </a:endParaRPr>
          </a:p>
          <a:p>
            <a:pPr lvl="7"/>
            <a:r>
              <a:rPr lang="en-US" sz="1600" b="0" i="0">
                <a:effectLst/>
                <a:latin typeface="-apple-system"/>
              </a:rPr>
              <a:t>Elements Detection produces a sequence of :</a:t>
            </a:r>
            <a:br>
              <a:rPr lang="en-US" sz="1600" b="0" i="0">
                <a:effectLst/>
                <a:latin typeface="-apple-system"/>
              </a:rPr>
            </a:br>
            <a:r>
              <a:rPr lang="en-US" sz="1600" b="0" i="0">
                <a:effectLst/>
                <a:latin typeface="-apple-system"/>
              </a:rPr>
              <a:t> CompositeElement </a:t>
            </a:r>
            <a:r>
              <a:rPr lang="en-US" sz="1600">
                <a:solidFill>
                  <a:srgbClr val="FFD732"/>
                </a:solidFill>
                <a:latin typeface="-apple-system"/>
              </a:rPr>
              <a:t>{</a:t>
            </a:r>
            <a:r>
              <a:rPr lang="en-US" sz="1600" b="0" i="0">
                <a:solidFill>
                  <a:srgbClr val="FFD732"/>
                </a:solidFill>
                <a:effectLst/>
                <a:latin typeface="-apple-system"/>
              </a:rPr>
              <a:t>Image, NarrativeText, Title, …..</a:t>
            </a:r>
            <a:r>
              <a:rPr lang="en-US" sz="1600">
                <a:solidFill>
                  <a:srgbClr val="FFD732"/>
                </a:solidFill>
                <a:latin typeface="-apple-system"/>
              </a:rPr>
              <a:t>}</a:t>
            </a:r>
            <a:r>
              <a:rPr lang="en-US" sz="1600" b="0" i="0">
                <a:solidFill>
                  <a:srgbClr val="FFD732"/>
                </a:solidFill>
                <a:effectLst/>
                <a:latin typeface="-apple-system"/>
              </a:rPr>
              <a:t>, </a:t>
            </a:r>
            <a:r>
              <a:rPr lang="en-US" sz="1600" b="0" i="0">
                <a:effectLst/>
                <a:latin typeface="-apple-system"/>
              </a:rPr>
              <a:t>Table,  TableChunk elements. </a:t>
            </a:r>
            <a:br>
              <a:rPr lang="en-US" sz="1600" b="0" i="0">
                <a:effectLst/>
                <a:latin typeface="-apple-system"/>
              </a:rPr>
            </a:br>
            <a:r>
              <a:rPr lang="en-US" sz="1600" b="0" i="0">
                <a:effectLst/>
                <a:latin typeface="-apple-system"/>
              </a:rPr>
              <a:t>Each “chunk” is an instance of one of these 3 types.</a:t>
            </a:r>
          </a:p>
          <a:p>
            <a:pPr algn="l"/>
            <a:endParaRPr lang="en-US" sz="1600" b="0" i="0" dirty="0">
              <a:effectLst/>
              <a:latin typeface="-apple-system"/>
            </a:endParaRPr>
          </a:p>
        </p:txBody>
      </p:sp>
      <p:sp>
        <p:nvSpPr>
          <p:cNvPr id="4" name="Footer Placeholder 3">
            <a:extLst>
              <a:ext uri="{FF2B5EF4-FFF2-40B4-BE49-F238E27FC236}">
                <a16:creationId xmlns:a16="http://schemas.microsoft.com/office/drawing/2014/main" id="{73C2B42B-7B5A-42A4-BF25-E7575002E074}"/>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solidFill>
                <a:effectLst/>
                <a:uLnTx/>
                <a:uFillTx/>
                <a:latin typeface="Arial"/>
                <a:ea typeface="+mn-ea"/>
                <a:cs typeface="+mn-cs"/>
              </a:rPr>
              <a:t>Restricted | © Siemens 2024 | Siemens Digital Industries Software</a:t>
            </a:r>
            <a:endParaRPr kumimoji="0" lang="en-US" sz="9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73C67E3C-68AE-4379-8DFD-778354319A64}"/>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900" b="1"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069728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5AB83-B203-4120-A4EB-23A541DCB070}"/>
              </a:ext>
            </a:extLst>
          </p:cNvPr>
          <p:cNvSpPr>
            <a:spLocks noGrp="1"/>
          </p:cNvSpPr>
          <p:nvPr>
            <p:ph type="title"/>
          </p:nvPr>
        </p:nvSpPr>
        <p:spPr>
          <a:xfrm>
            <a:off x="94051" y="145698"/>
            <a:ext cx="9863237" cy="220727"/>
          </a:xfrm>
        </p:spPr>
        <p:txBody>
          <a:bodyPr/>
          <a:lstStyle/>
          <a:p>
            <a:r>
              <a:rPr lang="it-IT" sz="1200" dirty="0"/>
              <a:t>PDF Example</a:t>
            </a:r>
          </a:p>
        </p:txBody>
      </p:sp>
      <p:sp>
        <p:nvSpPr>
          <p:cNvPr id="4" name="Footer Placeholder 3">
            <a:extLst>
              <a:ext uri="{FF2B5EF4-FFF2-40B4-BE49-F238E27FC236}">
                <a16:creationId xmlns:a16="http://schemas.microsoft.com/office/drawing/2014/main" id="{7BDEC0EA-28E2-4542-ABE5-26B73834721E}"/>
              </a:ext>
            </a:extLst>
          </p:cNvPr>
          <p:cNvSpPr>
            <a:spLocks noGrp="1"/>
          </p:cNvSpPr>
          <p:nvPr>
            <p:ph type="ftr" sz="quarter" idx="10"/>
          </p:nvPr>
        </p:nvSpPr>
        <p:spPr>
          <a:xfrm>
            <a:off x="1059162" y="6411645"/>
            <a:ext cx="9216000" cy="547200"/>
          </a:xfrm>
        </p:spPr>
        <p:txBody>
          <a:bodyPr/>
          <a:lstStyle/>
          <a:p>
            <a:pPr>
              <a:lnSpc>
                <a:spcPct val="100000"/>
              </a:lnSpc>
            </a:pPr>
            <a:r>
              <a:rPr lang="en-US" dirty="0"/>
              <a:t>Restricted | © Siemens 2024 | Siemens Digital Industries Software</a:t>
            </a:r>
          </a:p>
        </p:txBody>
      </p:sp>
      <p:sp>
        <p:nvSpPr>
          <p:cNvPr id="5" name="Slide Number Placeholder 4">
            <a:extLst>
              <a:ext uri="{FF2B5EF4-FFF2-40B4-BE49-F238E27FC236}">
                <a16:creationId xmlns:a16="http://schemas.microsoft.com/office/drawing/2014/main" id="{5EDD3CB8-9279-41F0-B217-F80F5FA6E3A2}"/>
              </a:ext>
            </a:extLst>
          </p:cNvPr>
          <p:cNvSpPr>
            <a:spLocks noGrp="1"/>
          </p:cNvSpPr>
          <p:nvPr>
            <p:ph type="sldNum" sz="quarter" idx="11"/>
          </p:nvPr>
        </p:nvSpPr>
        <p:spPr>
          <a:xfrm>
            <a:off x="390974" y="6411645"/>
            <a:ext cx="648000" cy="547200"/>
          </a:xfrm>
        </p:spPr>
        <p:txBody>
          <a:bodyPr/>
          <a:lstStyle/>
          <a:p>
            <a:r>
              <a:rPr lang="en-US" dirty="0"/>
              <a:t>Page </a:t>
            </a:r>
            <a:fld id="{15EBE321-CBB1-4E91-BD14-37C8D44326FB}" type="slidenum">
              <a:rPr lang="en-US" smtClean="0"/>
              <a:pPr/>
              <a:t>8</a:t>
            </a:fld>
            <a:endParaRPr lang="en-US" dirty="0"/>
          </a:p>
        </p:txBody>
      </p:sp>
      <p:pic>
        <p:nvPicPr>
          <p:cNvPr id="7" name="Picture 6">
            <a:extLst>
              <a:ext uri="{FF2B5EF4-FFF2-40B4-BE49-F238E27FC236}">
                <a16:creationId xmlns:a16="http://schemas.microsoft.com/office/drawing/2014/main" id="{0BCE8CDE-A3B2-432A-92AA-B15F4F9641F2}"/>
              </a:ext>
            </a:extLst>
          </p:cNvPr>
          <p:cNvPicPr>
            <a:picLocks noChangeAspect="1"/>
          </p:cNvPicPr>
          <p:nvPr/>
        </p:nvPicPr>
        <p:blipFill>
          <a:blip r:embed="rId2"/>
          <a:stretch>
            <a:fillRect/>
          </a:stretch>
        </p:blipFill>
        <p:spPr>
          <a:xfrm>
            <a:off x="2015109" y="330061"/>
            <a:ext cx="5765707" cy="6136173"/>
          </a:xfrm>
          <a:prstGeom prst="rect">
            <a:avLst/>
          </a:prstGeom>
        </p:spPr>
      </p:pic>
      <p:cxnSp>
        <p:nvCxnSpPr>
          <p:cNvPr id="9" name="Straight Arrow Connector 8">
            <a:extLst>
              <a:ext uri="{FF2B5EF4-FFF2-40B4-BE49-F238E27FC236}">
                <a16:creationId xmlns:a16="http://schemas.microsoft.com/office/drawing/2014/main" id="{F8A5CA96-DFB7-4E1E-805E-5040FD801D79}"/>
              </a:ext>
            </a:extLst>
          </p:cNvPr>
          <p:cNvCxnSpPr>
            <a:cxnSpLocks/>
          </p:cNvCxnSpPr>
          <p:nvPr/>
        </p:nvCxnSpPr>
        <p:spPr>
          <a:xfrm flipV="1">
            <a:off x="4823673" y="493312"/>
            <a:ext cx="3596234" cy="6192"/>
          </a:xfrm>
          <a:prstGeom prst="straightConnector1">
            <a:avLst/>
          </a:prstGeom>
          <a:ln>
            <a:headEnd w="lg" len="lg"/>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D5199B8B-9F00-489D-A0C2-68A14D78120F}"/>
              </a:ext>
            </a:extLst>
          </p:cNvPr>
          <p:cNvCxnSpPr>
            <a:cxnSpLocks/>
          </p:cNvCxnSpPr>
          <p:nvPr/>
        </p:nvCxnSpPr>
        <p:spPr>
          <a:xfrm>
            <a:off x="7660821" y="3692747"/>
            <a:ext cx="1274885" cy="1"/>
          </a:xfrm>
          <a:prstGeom prst="straightConnector1">
            <a:avLst/>
          </a:prstGeom>
          <a:ln>
            <a:headEnd w="lg" len="lg"/>
            <a:tailEnd type="triangle"/>
          </a:ln>
        </p:spPr>
        <p:style>
          <a:lnRef idx="3">
            <a:schemeClr val="accent2"/>
          </a:lnRef>
          <a:fillRef idx="0">
            <a:schemeClr val="accent2"/>
          </a:fillRef>
          <a:effectRef idx="2">
            <a:schemeClr val="accent2"/>
          </a:effectRef>
          <a:fontRef idx="minor">
            <a:schemeClr val="tx1"/>
          </a:fontRef>
        </p:style>
      </p:cxnSp>
      <p:sp>
        <p:nvSpPr>
          <p:cNvPr id="15" name="Left Brace 14">
            <a:extLst>
              <a:ext uri="{FF2B5EF4-FFF2-40B4-BE49-F238E27FC236}">
                <a16:creationId xmlns:a16="http://schemas.microsoft.com/office/drawing/2014/main" id="{385781C4-3C02-4B25-BA95-2A428089AC87}"/>
              </a:ext>
            </a:extLst>
          </p:cNvPr>
          <p:cNvSpPr/>
          <p:nvPr/>
        </p:nvSpPr>
        <p:spPr>
          <a:xfrm>
            <a:off x="2127738" y="870439"/>
            <a:ext cx="650631" cy="1142999"/>
          </a:xfrm>
          <a:prstGeom prst="leftBrac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16" name="Left Brace 15">
            <a:extLst>
              <a:ext uri="{FF2B5EF4-FFF2-40B4-BE49-F238E27FC236}">
                <a16:creationId xmlns:a16="http://schemas.microsoft.com/office/drawing/2014/main" id="{208DCAA5-1FA3-425C-BC68-A75BC9531596}"/>
              </a:ext>
            </a:extLst>
          </p:cNvPr>
          <p:cNvSpPr/>
          <p:nvPr/>
        </p:nvSpPr>
        <p:spPr>
          <a:xfrm>
            <a:off x="2127738" y="5205047"/>
            <a:ext cx="644467" cy="1222130"/>
          </a:xfrm>
          <a:prstGeom prst="leftBrac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17" name="TextBox 16">
            <a:extLst>
              <a:ext uri="{FF2B5EF4-FFF2-40B4-BE49-F238E27FC236}">
                <a16:creationId xmlns:a16="http://schemas.microsoft.com/office/drawing/2014/main" id="{0E751CA5-E7A4-4440-B477-D878EA559483}"/>
              </a:ext>
            </a:extLst>
          </p:cNvPr>
          <p:cNvSpPr txBox="1"/>
          <p:nvPr/>
        </p:nvSpPr>
        <p:spPr>
          <a:xfrm>
            <a:off x="8650843" y="330061"/>
            <a:ext cx="2779157" cy="276999"/>
          </a:xfrm>
          <a:prstGeom prst="rect">
            <a:avLst/>
          </a:prstGeom>
          <a:noFill/>
        </p:spPr>
        <p:txBody>
          <a:bodyPr wrap="square" lIns="0" tIns="0" rIns="0" bIns="0" rtlCol="0">
            <a:spAutoFit/>
          </a:bodyPr>
          <a:lstStyle/>
          <a:p>
            <a:pPr algn="l"/>
            <a:r>
              <a:rPr lang="it-IT" i="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CompositeElement: Title</a:t>
            </a:r>
            <a:endParaRPr lang="it-IT" i="1" dirty="0"/>
          </a:p>
        </p:txBody>
      </p:sp>
      <p:sp>
        <p:nvSpPr>
          <p:cNvPr id="18" name="TextBox 17">
            <a:extLst>
              <a:ext uri="{FF2B5EF4-FFF2-40B4-BE49-F238E27FC236}">
                <a16:creationId xmlns:a16="http://schemas.microsoft.com/office/drawing/2014/main" id="{EB42E391-2C6C-4AF7-A6DE-974854460844}"/>
              </a:ext>
            </a:extLst>
          </p:cNvPr>
          <p:cNvSpPr txBox="1"/>
          <p:nvPr/>
        </p:nvSpPr>
        <p:spPr>
          <a:xfrm>
            <a:off x="9080950" y="3543254"/>
            <a:ext cx="3030415" cy="276999"/>
          </a:xfrm>
          <a:prstGeom prst="rect">
            <a:avLst/>
          </a:prstGeom>
          <a:noFill/>
        </p:spPr>
        <p:txBody>
          <a:bodyPr wrap="square" lIns="0" tIns="0" rIns="0" bIns="0" rtlCol="0">
            <a:spAutoFit/>
          </a:bodyPr>
          <a:lstStyle/>
          <a:p>
            <a:pPr algn="l"/>
            <a:r>
              <a:rPr lang="it-IT" i="1" dirty="0">
                <a:solidFill>
                  <a:schemeClr val="accent4">
                    <a:lumMod val="60000"/>
                    <a:lumOff val="40000"/>
                  </a:schemeClr>
                </a:solidFill>
              </a:rPr>
              <a:t>CompositeElement: Image</a:t>
            </a:r>
          </a:p>
        </p:txBody>
      </p:sp>
      <p:sp>
        <p:nvSpPr>
          <p:cNvPr id="19" name="TextBox 18">
            <a:extLst>
              <a:ext uri="{FF2B5EF4-FFF2-40B4-BE49-F238E27FC236}">
                <a16:creationId xmlns:a16="http://schemas.microsoft.com/office/drawing/2014/main" id="{8A858A69-408E-456C-A14C-C0C29053E56C}"/>
              </a:ext>
            </a:extLst>
          </p:cNvPr>
          <p:cNvSpPr txBox="1"/>
          <p:nvPr/>
        </p:nvSpPr>
        <p:spPr>
          <a:xfrm>
            <a:off x="94050" y="3327810"/>
            <a:ext cx="2127738" cy="492443"/>
          </a:xfrm>
          <a:prstGeom prst="rect">
            <a:avLst/>
          </a:prstGeom>
          <a:noFill/>
        </p:spPr>
        <p:txBody>
          <a:bodyPr wrap="square" lIns="0" tIns="0" rIns="0" bIns="0" rtlCol="0">
            <a:spAutoFit/>
          </a:bodyPr>
          <a:lstStyle/>
          <a:p>
            <a:pPr algn="l"/>
            <a:r>
              <a:rPr lang="it-IT" sz="1600" i="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CompositeElement: Narrative Text</a:t>
            </a:r>
          </a:p>
        </p:txBody>
      </p:sp>
      <p:cxnSp>
        <p:nvCxnSpPr>
          <p:cNvPr id="23" name="Straight Connector 22">
            <a:extLst>
              <a:ext uri="{FF2B5EF4-FFF2-40B4-BE49-F238E27FC236}">
                <a16:creationId xmlns:a16="http://schemas.microsoft.com/office/drawing/2014/main" id="{486396C1-038C-4B1C-A4CD-FFC1F1C7A66D}"/>
              </a:ext>
            </a:extLst>
          </p:cNvPr>
          <p:cNvCxnSpPr>
            <a:cxnSpLocks/>
          </p:cNvCxnSpPr>
          <p:nvPr/>
        </p:nvCxnSpPr>
        <p:spPr>
          <a:xfrm flipV="1">
            <a:off x="735162" y="1441939"/>
            <a:ext cx="0" cy="1842030"/>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DA20676-0A2C-4941-8D7D-F8D2E06ED874}"/>
              </a:ext>
            </a:extLst>
          </p:cNvPr>
          <p:cNvCxnSpPr/>
          <p:nvPr/>
        </p:nvCxnSpPr>
        <p:spPr>
          <a:xfrm>
            <a:off x="735162" y="1441938"/>
            <a:ext cx="1392576" cy="0"/>
          </a:xfrm>
          <a:prstGeom prst="straightConnector1">
            <a:avLst/>
          </a:prstGeom>
          <a:ln w="9525">
            <a:solidFill>
              <a:schemeClr val="accent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6050F3B-239A-49FF-B5A2-8780A2A66D08}"/>
              </a:ext>
            </a:extLst>
          </p:cNvPr>
          <p:cNvCxnSpPr>
            <a:cxnSpLocks/>
          </p:cNvCxnSpPr>
          <p:nvPr/>
        </p:nvCxnSpPr>
        <p:spPr>
          <a:xfrm>
            <a:off x="714974" y="3843345"/>
            <a:ext cx="0" cy="1972767"/>
          </a:xfrm>
          <a:prstGeom prst="lin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E485235-8377-4427-BF06-541722597906}"/>
              </a:ext>
            </a:extLst>
          </p:cNvPr>
          <p:cNvCxnSpPr>
            <a:cxnSpLocks/>
            <a:endCxn id="16" idx="1"/>
          </p:cNvCxnSpPr>
          <p:nvPr/>
        </p:nvCxnSpPr>
        <p:spPr>
          <a:xfrm>
            <a:off x="714974" y="5816112"/>
            <a:ext cx="1412764" cy="0"/>
          </a:xfrm>
          <a:prstGeom prst="straightConnector1">
            <a:avLst/>
          </a:prstGeom>
          <a:ln w="9525">
            <a:solidFill>
              <a:schemeClr val="accent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79BB875-338A-4DBC-88CD-8DD6C926C865}"/>
              </a:ext>
            </a:extLst>
          </p:cNvPr>
          <p:cNvSpPr txBox="1"/>
          <p:nvPr/>
        </p:nvSpPr>
        <p:spPr>
          <a:xfrm>
            <a:off x="8124092" y="1174457"/>
            <a:ext cx="3815862" cy="1200329"/>
          </a:xfrm>
          <a:prstGeom prst="rect">
            <a:avLst/>
          </a:prstGeom>
          <a:noFill/>
        </p:spPr>
        <p:txBody>
          <a:bodyPr wrap="square" lIns="0" tIns="0" rIns="0" bIns="0" rtlCol="0">
            <a:spAutoFit/>
          </a:bodyPr>
          <a:lstStyle/>
          <a:p>
            <a:r>
              <a:rPr lang="it-IT" dirty="0"/>
              <a:t>This are the Elements types that will be Detected by: </a:t>
            </a:r>
            <a:br>
              <a:rPr lang="it-IT" b="1" dirty="0">
                <a:solidFill>
                  <a:schemeClr val="accent2">
                    <a:lumMod val="20000"/>
                    <a:lumOff val="80000"/>
                  </a:schemeClr>
                </a:solidFill>
              </a:rPr>
            </a:br>
            <a:r>
              <a:rPr lang="it-IT" b="1" dirty="0">
                <a:solidFill>
                  <a:schemeClr val="accent2">
                    <a:lumMod val="20000"/>
                    <a:lumOff val="80000"/>
                  </a:schemeClr>
                </a:solidFill>
              </a:rPr>
              <a:t> </a:t>
            </a:r>
            <a:r>
              <a:rPr lang="en-US" sz="2400" b="1" dirty="0">
                <a:solidFill>
                  <a:srgbClr val="00FFB9"/>
                </a:solidFill>
                <a:latin typeface="-apple-system"/>
              </a:rPr>
              <a:t>Elements Structure Detection</a:t>
            </a:r>
            <a:endParaRPr lang="en-US" sz="1800" b="1" dirty="0">
              <a:solidFill>
                <a:srgbClr val="00FFB9"/>
              </a:solidFill>
              <a:latin typeface="-apple-system"/>
            </a:endParaRPr>
          </a:p>
          <a:p>
            <a:pPr algn="l"/>
            <a:endParaRPr lang="it-IT" b="1" dirty="0">
              <a:solidFill>
                <a:schemeClr val="accent2">
                  <a:lumMod val="20000"/>
                  <a:lumOff val="80000"/>
                </a:schemeClr>
              </a:solidFill>
            </a:endParaRPr>
          </a:p>
        </p:txBody>
      </p:sp>
      <p:sp>
        <p:nvSpPr>
          <p:cNvPr id="39" name="Right Brace 38">
            <a:extLst>
              <a:ext uri="{FF2B5EF4-FFF2-40B4-BE49-F238E27FC236}">
                <a16:creationId xmlns:a16="http://schemas.microsoft.com/office/drawing/2014/main" id="{75FF7DBB-C154-42B4-B495-C8BA67E61583}"/>
              </a:ext>
            </a:extLst>
          </p:cNvPr>
          <p:cNvSpPr/>
          <p:nvPr/>
        </p:nvSpPr>
        <p:spPr>
          <a:xfrm>
            <a:off x="4615962" y="366425"/>
            <a:ext cx="131884" cy="240634"/>
          </a:xfrm>
          <a:prstGeom prst="rightBrac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42" name="Right Brace 41">
            <a:extLst>
              <a:ext uri="{FF2B5EF4-FFF2-40B4-BE49-F238E27FC236}">
                <a16:creationId xmlns:a16="http://schemas.microsoft.com/office/drawing/2014/main" id="{84C25C0A-DB4C-43E6-A68A-E5751F1CD94A}"/>
              </a:ext>
            </a:extLst>
          </p:cNvPr>
          <p:cNvSpPr/>
          <p:nvPr/>
        </p:nvSpPr>
        <p:spPr>
          <a:xfrm>
            <a:off x="7297615" y="2312384"/>
            <a:ext cx="237393" cy="2743164"/>
          </a:xfrm>
          <a:prstGeom prst="rightBrace">
            <a:avLst/>
          </a:prstGeom>
          <a:ln w="9525">
            <a:solidFill>
              <a:schemeClr val="accent1"/>
            </a:solidFill>
            <a:headEnd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Tree>
    <p:extLst>
      <p:ext uri="{BB962C8B-B14F-4D97-AF65-F5344CB8AC3E}">
        <p14:creationId xmlns:p14="http://schemas.microsoft.com/office/powerpoint/2010/main" val="2469842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04180-C6A3-462F-A06D-09D4ED3ADE68}"/>
              </a:ext>
            </a:extLst>
          </p:cNvPr>
          <p:cNvSpPr>
            <a:spLocks noGrp="1"/>
          </p:cNvSpPr>
          <p:nvPr>
            <p:ph type="title"/>
          </p:nvPr>
        </p:nvSpPr>
        <p:spPr>
          <a:xfrm>
            <a:off x="332033" y="126969"/>
            <a:ext cx="9863237" cy="497726"/>
          </a:xfrm>
        </p:spPr>
        <p:txBody>
          <a:bodyPr/>
          <a:lstStyle/>
          <a:p>
            <a:r>
              <a:rPr lang="it-IT" sz="3200" dirty="0"/>
              <a:t>Strategy: «By Title»</a:t>
            </a:r>
          </a:p>
        </p:txBody>
      </p:sp>
      <p:sp>
        <p:nvSpPr>
          <p:cNvPr id="3" name="Subtitle 2">
            <a:extLst>
              <a:ext uri="{FF2B5EF4-FFF2-40B4-BE49-F238E27FC236}">
                <a16:creationId xmlns:a16="http://schemas.microsoft.com/office/drawing/2014/main" id="{C6ED5180-47C2-43BB-AD9D-EB4F4A3AE380}"/>
              </a:ext>
            </a:extLst>
          </p:cNvPr>
          <p:cNvSpPr>
            <a:spLocks noGrp="1"/>
          </p:cNvSpPr>
          <p:nvPr>
            <p:ph type="subTitle" idx="1"/>
          </p:nvPr>
        </p:nvSpPr>
        <p:spPr>
          <a:xfrm>
            <a:off x="666986" y="1154058"/>
            <a:ext cx="9766435" cy="5323796"/>
          </a:xfrm>
        </p:spPr>
        <p:txBody>
          <a:bodyPr/>
          <a:lstStyle/>
          <a:p>
            <a:r>
              <a:rPr lang="en-US" sz="1600" dirty="0">
                <a:latin typeface="Segoe UI" panose="020B0502040204020203" pitchFamily="34" charset="0"/>
              </a:rPr>
              <a:t>O</a:t>
            </a:r>
            <a:r>
              <a:rPr lang="en-US" sz="1600" b="0" i="0" dirty="0">
                <a:effectLst/>
                <a:latin typeface="Segoe UI" panose="020B0502040204020203" pitchFamily="34" charset="0"/>
              </a:rPr>
              <a:t>nce we have detected the structure (Document Elements) of the text, </a:t>
            </a:r>
            <a:br>
              <a:rPr lang="en-US" sz="1600" b="0" i="0" dirty="0">
                <a:effectLst/>
                <a:latin typeface="Segoe UI" panose="020B0502040204020203" pitchFamily="34" charset="0"/>
              </a:rPr>
            </a:br>
            <a:r>
              <a:rPr lang="en-US" sz="1600" b="0" i="0" dirty="0">
                <a:effectLst/>
                <a:latin typeface="Segoe UI" panose="020B0502040204020203" pitchFamily="34" charset="0"/>
              </a:rPr>
              <a:t>we now group them, in order to create the Chunks</a:t>
            </a:r>
            <a:br>
              <a:rPr lang="en-US" sz="1600" dirty="0"/>
            </a:br>
            <a:r>
              <a:rPr lang="en-US" sz="1600" dirty="0"/>
              <a:t>	</a:t>
            </a:r>
            <a:r>
              <a:rPr lang="en-US" sz="1600" dirty="0">
                <a:latin typeface="Segoe UI" panose="020B0502040204020203" pitchFamily="34" charset="0"/>
              </a:rPr>
              <a:t>T</a:t>
            </a:r>
            <a:r>
              <a:rPr lang="en-US" sz="1600" b="0" i="0" dirty="0">
                <a:effectLst/>
                <a:latin typeface="Segoe UI" panose="020B0502040204020203" pitchFamily="34" charset="0"/>
              </a:rPr>
              <a:t>he strategy used to create the chunks is "by title"</a:t>
            </a:r>
            <a:br>
              <a:rPr lang="en-US" dirty="0"/>
            </a:br>
            <a:br>
              <a:rPr lang="en-US" dirty="0"/>
            </a:br>
            <a:r>
              <a:rPr lang="en-US" sz="2000" dirty="0"/>
              <a:t>By Title Chunking Strategy:</a:t>
            </a:r>
          </a:p>
          <a:p>
            <a:r>
              <a:rPr lang="en-US" sz="2000" dirty="0"/>
              <a:t>	- Preserves section boundaries and optionally page boundaries.</a:t>
            </a:r>
          </a:p>
          <a:p>
            <a:r>
              <a:rPr lang="en-US" sz="2000" dirty="0"/>
              <a:t>	- Detects section headings and starts a new chunk when a Title element is 	   encountered.</a:t>
            </a:r>
          </a:p>
          <a:p>
            <a:r>
              <a:rPr lang="en-US" sz="2000" dirty="0"/>
              <a:t>	- Can respect page boundaries to keep elements on different pages in 	 	   separate chunks.</a:t>
            </a:r>
          </a:p>
          <a:p>
            <a:r>
              <a:rPr lang="en-US" sz="2000" dirty="0"/>
              <a:t>	- Combines small sections to fill chunks, adjustable with 	 	 		  </a:t>
            </a:r>
            <a:r>
              <a:rPr lang="en-US" sz="2000" dirty="0" err="1"/>
              <a:t>combine_text_under_n_chars</a:t>
            </a:r>
            <a:endParaRPr lang="it-IT" sz="2000" dirty="0"/>
          </a:p>
        </p:txBody>
      </p:sp>
      <p:sp>
        <p:nvSpPr>
          <p:cNvPr id="4" name="Footer Placeholder 3">
            <a:extLst>
              <a:ext uri="{FF2B5EF4-FFF2-40B4-BE49-F238E27FC236}">
                <a16:creationId xmlns:a16="http://schemas.microsoft.com/office/drawing/2014/main" id="{9F92649A-DB51-4D2D-9276-6F3B60057785}"/>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5" name="Slide Number Placeholder 4">
            <a:extLst>
              <a:ext uri="{FF2B5EF4-FFF2-40B4-BE49-F238E27FC236}">
                <a16:creationId xmlns:a16="http://schemas.microsoft.com/office/drawing/2014/main" id="{E1ECD4A5-950C-4C3B-8A89-CD75F1C891D2}"/>
              </a:ext>
            </a:extLst>
          </p:cNvPr>
          <p:cNvSpPr>
            <a:spLocks noGrp="1"/>
          </p:cNvSpPr>
          <p:nvPr>
            <p:ph type="sldNum" sz="quarter" idx="11"/>
          </p:nvPr>
        </p:nvSpPr>
        <p:spPr/>
        <p:txBody>
          <a:bodyPr/>
          <a:lstStyle/>
          <a:p>
            <a:r>
              <a:rPr lang="en-US"/>
              <a:t>Page </a:t>
            </a:r>
            <a:fld id="{15EBE321-CBB1-4E91-BD14-37C8D44326FB}" type="slidenum">
              <a:rPr lang="en-US" smtClean="0"/>
              <a:pPr/>
              <a:t>9</a:t>
            </a:fld>
            <a:endParaRPr lang="en-US" dirty="0"/>
          </a:p>
        </p:txBody>
      </p:sp>
    </p:spTree>
    <p:extLst>
      <p:ext uri="{BB962C8B-B14F-4D97-AF65-F5344CB8AC3E}">
        <p14:creationId xmlns:p14="http://schemas.microsoft.com/office/powerpoint/2010/main" val="1713424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F79D-6B56-4715-8B9E-3A9B31479876}"/>
              </a:ext>
            </a:extLst>
          </p:cNvPr>
          <p:cNvSpPr>
            <a:spLocks noGrp="1"/>
          </p:cNvSpPr>
          <p:nvPr>
            <p:ph type="title"/>
          </p:nvPr>
        </p:nvSpPr>
        <p:spPr>
          <a:xfrm>
            <a:off x="411163" y="74216"/>
            <a:ext cx="9863237" cy="802424"/>
          </a:xfrm>
        </p:spPr>
        <p:txBody>
          <a:bodyPr/>
          <a:lstStyle/>
          <a:p>
            <a:r>
              <a:rPr lang="it-IT" sz="5400" dirty="0"/>
              <a:t>Embedding</a:t>
            </a:r>
            <a:endParaRPr lang="it-IT" sz="6600" dirty="0"/>
          </a:p>
        </p:txBody>
      </p:sp>
      <p:sp>
        <p:nvSpPr>
          <p:cNvPr id="3" name="Subtitle 2">
            <a:extLst>
              <a:ext uri="{FF2B5EF4-FFF2-40B4-BE49-F238E27FC236}">
                <a16:creationId xmlns:a16="http://schemas.microsoft.com/office/drawing/2014/main" id="{A9CE5A41-EFAE-444A-892C-22DC13255EC8}"/>
              </a:ext>
            </a:extLst>
          </p:cNvPr>
          <p:cNvSpPr>
            <a:spLocks noGrp="1"/>
          </p:cNvSpPr>
          <p:nvPr>
            <p:ph type="subTitle" idx="1"/>
          </p:nvPr>
        </p:nvSpPr>
        <p:spPr>
          <a:xfrm>
            <a:off x="135417" y="1142541"/>
            <a:ext cx="5531743" cy="4766330"/>
          </a:xfrm>
        </p:spPr>
        <p:txBody>
          <a:bodyPr/>
          <a:lstStyle/>
          <a:p>
            <a:r>
              <a:rPr lang="en-US" dirty="0"/>
              <a:t>An </a:t>
            </a:r>
            <a:r>
              <a:rPr lang="en-US" b="1" dirty="0"/>
              <a:t>embedding</a:t>
            </a:r>
            <a:r>
              <a:rPr lang="en-US" dirty="0"/>
              <a:t> is a learned representation of objects (e.g., words, images, or entities) as vectors in a continuous vector space.</a:t>
            </a:r>
          </a:p>
          <a:p>
            <a:r>
              <a:rPr lang="en-US" dirty="0"/>
              <a:t>It captures the </a:t>
            </a:r>
            <a:r>
              <a:rPr lang="en-US" b="1" dirty="0"/>
              <a:t>semantic relationships</a:t>
            </a:r>
            <a:r>
              <a:rPr lang="en-US" dirty="0"/>
              <a:t> between objects by placing similar objects closer together in the vector space.</a:t>
            </a:r>
          </a:p>
          <a:p>
            <a:endParaRPr lang="en-US" dirty="0"/>
          </a:p>
          <a:p>
            <a:pPr>
              <a:buFont typeface="Arial" panose="020B0604020202020204" pitchFamily="34" charset="0"/>
              <a:buChar char="•"/>
            </a:pPr>
            <a:r>
              <a:rPr lang="it-IT" dirty="0"/>
              <a:t>To each chunk we have, we associate it to a high dimensional vector</a:t>
            </a:r>
            <a:br>
              <a:rPr lang="it-IT" dirty="0"/>
            </a:br>
            <a:r>
              <a:rPr lang="it-IT" dirty="0"/>
              <a:t>   </a:t>
            </a:r>
            <a:endParaRPr lang="en-US" dirty="0"/>
          </a:p>
          <a:p>
            <a:pPr>
              <a:buFont typeface="Arial" panose="020B0604020202020204" pitchFamily="34" charset="0"/>
              <a:buChar char="•"/>
            </a:pPr>
            <a:endParaRPr lang="en-US" dirty="0"/>
          </a:p>
          <a:p>
            <a:r>
              <a:rPr lang="en-US" b="1" dirty="0"/>
              <a:t>Key Features</a:t>
            </a:r>
          </a:p>
          <a:p>
            <a:pPr>
              <a:buFont typeface="Arial" panose="020B0604020202020204" pitchFamily="34" charset="0"/>
              <a:buChar char="•"/>
            </a:pPr>
            <a:r>
              <a:rPr lang="en-US" dirty="0"/>
              <a:t>High-dimensional numerical vectors represent objects.</a:t>
            </a:r>
          </a:p>
          <a:p>
            <a:pPr>
              <a:buFont typeface="Arial" panose="020B0604020202020204" pitchFamily="34" charset="0"/>
              <a:buChar char="•"/>
            </a:pPr>
            <a:r>
              <a:rPr lang="en-US" dirty="0"/>
              <a:t>Similarity is measured using metrics like </a:t>
            </a:r>
            <a:r>
              <a:rPr lang="en-US" b="1" dirty="0"/>
              <a:t>cosine similarity</a:t>
            </a:r>
            <a:r>
              <a:rPr lang="en-US" dirty="0"/>
              <a:t> or </a:t>
            </a:r>
            <a:r>
              <a:rPr lang="en-US" b="1" dirty="0"/>
              <a:t>Euclidean distance</a:t>
            </a:r>
            <a:r>
              <a:rPr lang="en-US" dirty="0"/>
              <a:t>.</a:t>
            </a:r>
          </a:p>
          <a:p>
            <a:endParaRPr lang="it-IT" dirty="0"/>
          </a:p>
          <a:p>
            <a:endParaRPr lang="it-IT" dirty="0"/>
          </a:p>
          <a:p>
            <a:r>
              <a:rPr lang="it-IT" dirty="0"/>
              <a:t>On this application Siemens Rest Apis are used to create embeddings, Provided by :</a:t>
            </a:r>
            <a:br>
              <a:rPr lang="it-IT" dirty="0"/>
            </a:br>
            <a:br>
              <a:rPr lang="it-IT" dirty="0"/>
            </a:br>
            <a:br>
              <a:rPr lang="it-IT" dirty="0"/>
            </a:br>
            <a:endParaRPr lang="it-IT" dirty="0"/>
          </a:p>
          <a:p>
            <a:endParaRPr lang="it-IT" dirty="0"/>
          </a:p>
          <a:p>
            <a:endParaRPr lang="it-IT" dirty="0"/>
          </a:p>
        </p:txBody>
      </p:sp>
      <p:sp>
        <p:nvSpPr>
          <p:cNvPr id="4" name="Footer Placeholder 3">
            <a:extLst>
              <a:ext uri="{FF2B5EF4-FFF2-40B4-BE49-F238E27FC236}">
                <a16:creationId xmlns:a16="http://schemas.microsoft.com/office/drawing/2014/main" id="{0C48A440-AC76-41C0-8023-0A92D8EF4FD3}"/>
              </a:ext>
            </a:extLst>
          </p:cNvPr>
          <p:cNvSpPr>
            <a:spLocks noGrp="1"/>
          </p:cNvSpPr>
          <p:nvPr>
            <p:ph type="ftr" sz="quarter" idx="10"/>
          </p:nvPr>
        </p:nvSpPr>
        <p:spPr/>
        <p:txBody>
          <a:bodyPr/>
          <a:lstStyle/>
          <a:p>
            <a:pPr>
              <a:lnSpc>
                <a:spcPct val="100000"/>
              </a:lnSpc>
            </a:pPr>
            <a:r>
              <a:rPr lang="en-US" dirty="0"/>
              <a:t>Restricted | © Siemens 2024 | Siemens Digital Industries Software</a:t>
            </a:r>
          </a:p>
        </p:txBody>
      </p:sp>
      <p:sp>
        <p:nvSpPr>
          <p:cNvPr id="5" name="Slide Number Placeholder 4">
            <a:extLst>
              <a:ext uri="{FF2B5EF4-FFF2-40B4-BE49-F238E27FC236}">
                <a16:creationId xmlns:a16="http://schemas.microsoft.com/office/drawing/2014/main" id="{8BC8438F-116A-40A3-A786-A3BC08953924}"/>
              </a:ext>
            </a:extLst>
          </p:cNvPr>
          <p:cNvSpPr>
            <a:spLocks noGrp="1"/>
          </p:cNvSpPr>
          <p:nvPr>
            <p:ph type="sldNum" sz="quarter" idx="11"/>
          </p:nvPr>
        </p:nvSpPr>
        <p:spPr/>
        <p:txBody>
          <a:bodyPr/>
          <a:lstStyle/>
          <a:p>
            <a:r>
              <a:rPr lang="en-US"/>
              <a:t>Page </a:t>
            </a:r>
            <a:fld id="{15EBE321-CBB1-4E91-BD14-37C8D44326FB}" type="slidenum">
              <a:rPr lang="en-US" smtClean="0"/>
              <a:pPr/>
              <a:t>10</a:t>
            </a:fld>
            <a:endParaRPr lang="en-US" dirty="0"/>
          </a:p>
        </p:txBody>
      </p:sp>
      <p:pic>
        <p:nvPicPr>
          <p:cNvPr id="7" name="Picture 6">
            <a:extLst>
              <a:ext uri="{FF2B5EF4-FFF2-40B4-BE49-F238E27FC236}">
                <a16:creationId xmlns:a16="http://schemas.microsoft.com/office/drawing/2014/main" id="{FC143B04-61CF-422E-8B73-20239210176E}"/>
              </a:ext>
            </a:extLst>
          </p:cNvPr>
          <p:cNvPicPr>
            <a:picLocks noChangeAspect="1"/>
          </p:cNvPicPr>
          <p:nvPr/>
        </p:nvPicPr>
        <p:blipFill>
          <a:blip r:embed="rId2"/>
          <a:stretch>
            <a:fillRect/>
          </a:stretch>
        </p:blipFill>
        <p:spPr>
          <a:xfrm>
            <a:off x="5667160" y="360485"/>
            <a:ext cx="6353908" cy="5154123"/>
          </a:xfrm>
          <a:prstGeom prst="rect">
            <a:avLst/>
          </a:prstGeom>
        </p:spPr>
      </p:pic>
      <p:pic>
        <p:nvPicPr>
          <p:cNvPr id="10" name="Picture 9">
            <a:extLst>
              <a:ext uri="{FF2B5EF4-FFF2-40B4-BE49-F238E27FC236}">
                <a16:creationId xmlns:a16="http://schemas.microsoft.com/office/drawing/2014/main" id="{A9089B30-1B7C-441B-82A4-6510E13A46E3}"/>
              </a:ext>
            </a:extLst>
          </p:cNvPr>
          <p:cNvPicPr>
            <a:picLocks noChangeAspect="1"/>
          </p:cNvPicPr>
          <p:nvPr/>
        </p:nvPicPr>
        <p:blipFill>
          <a:blip r:embed="rId3"/>
          <a:stretch>
            <a:fillRect/>
          </a:stretch>
        </p:blipFill>
        <p:spPr>
          <a:xfrm>
            <a:off x="116584" y="5255388"/>
            <a:ext cx="4544059" cy="43821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73220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A8ED-F315-41CA-954B-85CEDD65B8C5}"/>
              </a:ext>
            </a:extLst>
          </p:cNvPr>
          <p:cNvSpPr>
            <a:spLocks noGrp="1"/>
          </p:cNvSpPr>
          <p:nvPr>
            <p:ph type="title"/>
          </p:nvPr>
        </p:nvSpPr>
        <p:spPr>
          <a:xfrm>
            <a:off x="410400" y="478800"/>
            <a:ext cx="9863997" cy="576000"/>
          </a:xfrm>
        </p:spPr>
        <p:txBody>
          <a:bodyPr vert="horz" lIns="91440" tIns="45720" rIns="91440" bIns="45720" rtlCol="0" anchor="t">
            <a:noAutofit/>
          </a:bodyPr>
          <a:lstStyle/>
          <a:p>
            <a:r>
              <a:rPr lang="en-US" sz="4000" kern="1200" dirty="0" err="1"/>
              <a:t>Faiss</a:t>
            </a:r>
            <a:endParaRPr lang="en-US" sz="4000" kern="1200" dirty="0"/>
          </a:p>
        </p:txBody>
      </p:sp>
      <p:pic>
        <p:nvPicPr>
          <p:cNvPr id="1026" name="Picture 2" descr="L2 distance calculation between a query vector xq and our indexed vectors (shown as y)">
            <a:extLst>
              <a:ext uri="{FF2B5EF4-FFF2-40B4-BE49-F238E27FC236}">
                <a16:creationId xmlns:a16="http://schemas.microsoft.com/office/drawing/2014/main" id="{DB0F3959-B25D-47C9-84CF-3BE90DD69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781"/>
          <a:stretch/>
        </p:blipFill>
        <p:spPr bwMode="auto">
          <a:xfrm>
            <a:off x="411161" y="1414800"/>
            <a:ext cx="7199313" cy="4752000"/>
          </a:xfrm>
          <a:prstGeom prst="rect">
            <a:avLst/>
          </a:prstGeom>
          <a:solidFill>
            <a:srgbClr val="FFFFFF"/>
          </a:solidFill>
        </p:spPr>
      </p:pic>
      <p:sp>
        <p:nvSpPr>
          <p:cNvPr id="3" name="Subtitle 2">
            <a:extLst>
              <a:ext uri="{FF2B5EF4-FFF2-40B4-BE49-F238E27FC236}">
                <a16:creationId xmlns:a16="http://schemas.microsoft.com/office/drawing/2014/main" id="{0E7B06C1-01E5-4CED-B85B-938EEF13DA2A}"/>
              </a:ext>
            </a:extLst>
          </p:cNvPr>
          <p:cNvSpPr>
            <a:spLocks noGrp="1"/>
          </p:cNvSpPr>
          <p:nvPr>
            <p:ph sz="half" idx="2"/>
          </p:nvPr>
        </p:nvSpPr>
        <p:spPr>
          <a:xfrm>
            <a:off x="7610474" y="729673"/>
            <a:ext cx="4176715" cy="5437127"/>
          </a:xfrm>
        </p:spPr>
        <p:txBody>
          <a:bodyPr vert="horz" lIns="91440" tIns="45720" rIns="91440" bIns="45720" rtlCol="0">
            <a:normAutofit/>
          </a:bodyPr>
          <a:lstStyle/>
          <a:p>
            <a:pPr>
              <a:lnSpc>
                <a:spcPct val="100000"/>
              </a:lnSpc>
            </a:pPr>
            <a:r>
              <a:rPr lang="en-US" sz="1300" b="1" dirty="0"/>
              <a:t>Finding Closest Vectors with </a:t>
            </a:r>
            <a:r>
              <a:rPr lang="en-US" sz="1300" b="1" dirty="0" err="1"/>
              <a:t>Faiss</a:t>
            </a:r>
            <a:r>
              <a:rPr lang="en-US" sz="1300" b="1" dirty="0"/>
              <a:t>:</a:t>
            </a:r>
            <a:endParaRPr lang="en-US" sz="1300" dirty="0"/>
          </a:p>
          <a:p>
            <a:pPr>
              <a:lnSpc>
                <a:spcPct val="100000"/>
              </a:lnSpc>
              <a:buFont typeface="Arial" panose="020B0604020202020204" pitchFamily="34" charset="0"/>
              <a:buChar char="•"/>
            </a:pPr>
            <a:r>
              <a:rPr lang="en-US" sz="1300" b="1" dirty="0"/>
              <a:t> Process</a:t>
            </a:r>
            <a:r>
              <a:rPr lang="en-US" sz="1300" dirty="0"/>
              <a:t>:</a:t>
            </a:r>
          </a:p>
          <a:p>
            <a:pPr>
              <a:lnSpc>
                <a:spcPct val="100000"/>
              </a:lnSpc>
              <a:buFont typeface="Arial" panose="020B0604020202020204" pitchFamily="34" charset="0"/>
              <a:buChar char="•"/>
            </a:pPr>
            <a:r>
              <a:rPr lang="en-US" sz="1300" dirty="0"/>
              <a:t> </a:t>
            </a:r>
            <a:r>
              <a:rPr lang="en-US" sz="1300" dirty="0" err="1"/>
              <a:t>Faiss</a:t>
            </a:r>
            <a:r>
              <a:rPr lang="en-US" sz="1300" dirty="0"/>
              <a:t> is used to perform similarity searches on vector embeddings derived from a knowledge base.</a:t>
            </a:r>
          </a:p>
          <a:p>
            <a:pPr>
              <a:lnSpc>
                <a:spcPct val="100000"/>
              </a:lnSpc>
              <a:buFont typeface="Arial" panose="020B0604020202020204" pitchFamily="34" charset="0"/>
              <a:buChar char="•"/>
            </a:pPr>
            <a:r>
              <a:rPr lang="en-US" sz="1300" b="1" dirty="0"/>
              <a:t>Output</a:t>
            </a:r>
            <a:r>
              <a:rPr lang="en-US" sz="1300" dirty="0"/>
              <a:t>: The top </a:t>
            </a:r>
            <a:r>
              <a:rPr lang="en-US" sz="1300" b="1" dirty="0"/>
              <a:t>k most relevant vectors</a:t>
            </a:r>
            <a:r>
              <a:rPr lang="en-US" sz="1300" dirty="0"/>
              <a:t> are identified and ordered by their distance to the query (from smallest to largest distance)</a:t>
            </a:r>
          </a:p>
          <a:p>
            <a:pPr indent="-228600">
              <a:lnSpc>
                <a:spcPct val="100000"/>
              </a:lnSpc>
              <a:spcAft>
                <a:spcPts val="600"/>
              </a:spcAft>
              <a:buFont typeface="Arial" panose="020B0604020202020204" pitchFamily="34" charset="0"/>
              <a:buChar char="•"/>
            </a:pPr>
            <a:endParaRPr lang="en-US" sz="1300" dirty="0"/>
          </a:p>
          <a:p>
            <a:pPr>
              <a:lnSpc>
                <a:spcPct val="100000"/>
              </a:lnSpc>
              <a:spcAft>
                <a:spcPts val="600"/>
              </a:spcAft>
            </a:pPr>
            <a:r>
              <a:rPr lang="en-US" sz="1300" dirty="0"/>
              <a:t>IndexFlatL2 method is used:</a:t>
            </a:r>
          </a:p>
          <a:p>
            <a:pPr>
              <a:lnSpc>
                <a:spcPct val="100000"/>
              </a:lnSpc>
              <a:spcAft>
                <a:spcPts val="600"/>
              </a:spcAft>
            </a:pPr>
            <a:endParaRPr lang="en-US" sz="1300" dirty="0"/>
          </a:p>
          <a:p>
            <a:pPr indent="-228600">
              <a:lnSpc>
                <a:spcPct val="100000"/>
              </a:lnSpc>
              <a:spcAft>
                <a:spcPts val="600"/>
              </a:spcAft>
              <a:buFont typeface="Arial" panose="020B0604020202020204" pitchFamily="34" charset="0"/>
              <a:buChar char="•"/>
            </a:pPr>
            <a:r>
              <a:rPr lang="en-US" sz="1300" dirty="0"/>
              <a:t>IndexFlatL2 measures the L2 (or Euclidean) distance between all given points between our query vector, and the vectors loaded into the index. It’s simple, very accurate, but not too fast.</a:t>
            </a:r>
          </a:p>
          <a:p>
            <a:pPr indent="-228600">
              <a:lnSpc>
                <a:spcPct val="100000"/>
              </a:lnSpc>
              <a:spcAft>
                <a:spcPts val="600"/>
              </a:spcAft>
              <a:buFont typeface="Arial" panose="020B0604020202020204" pitchFamily="34" charset="0"/>
              <a:buChar char="•"/>
            </a:pPr>
            <a:endParaRPr lang="en-US" sz="1300" dirty="0"/>
          </a:p>
          <a:p>
            <a:pPr indent="-228600">
              <a:lnSpc>
                <a:spcPct val="100000"/>
              </a:lnSpc>
              <a:spcAft>
                <a:spcPts val="600"/>
              </a:spcAft>
              <a:buFont typeface="Arial" panose="020B0604020202020204" pitchFamily="34" charset="0"/>
              <a:buChar char="•"/>
            </a:pPr>
            <a:r>
              <a:rPr lang="en-US" sz="1300" dirty="0"/>
              <a:t>L2 distance calculation between a query vector </a:t>
            </a:r>
            <a:r>
              <a:rPr lang="en-US" sz="1300" dirty="0" err="1"/>
              <a:t>xq</a:t>
            </a:r>
            <a:r>
              <a:rPr lang="en-US" sz="1300" dirty="0"/>
              <a:t> and our indexed vectors (shown as y)</a:t>
            </a:r>
          </a:p>
          <a:p>
            <a:pPr>
              <a:lnSpc>
                <a:spcPct val="100000"/>
              </a:lnSpc>
              <a:spcAft>
                <a:spcPts val="600"/>
              </a:spcAft>
            </a:pPr>
            <a:br>
              <a:rPr lang="en-US" sz="1300" dirty="0"/>
            </a:br>
            <a:endParaRPr lang="en-US" sz="1300" dirty="0"/>
          </a:p>
        </p:txBody>
      </p:sp>
      <p:sp>
        <p:nvSpPr>
          <p:cNvPr id="4" name="Footer Placeholder 3">
            <a:extLst>
              <a:ext uri="{FF2B5EF4-FFF2-40B4-BE49-F238E27FC236}">
                <a16:creationId xmlns:a16="http://schemas.microsoft.com/office/drawing/2014/main" id="{1423679D-D59E-4D7C-B6F0-B3794A8BCA20}"/>
              </a:ext>
            </a:extLst>
          </p:cNvPr>
          <p:cNvSpPr>
            <a:spLocks noGrp="1"/>
          </p:cNvSpPr>
          <p:nvPr>
            <p:ph type="ftr" sz="quarter" idx="13"/>
          </p:nvPr>
        </p:nvSpPr>
        <p:spPr>
          <a:xfrm>
            <a:off x="1059160" y="6310800"/>
            <a:ext cx="9216000" cy="547200"/>
          </a:xfrm>
        </p:spPr>
        <p:txBody>
          <a:bodyPr vert="horz" lIns="91440" tIns="45720" rIns="91440" bIns="45720" rtlCol="0" anchor="ctr">
            <a:normAutofit/>
          </a:bodyPr>
          <a:lstStyle/>
          <a:p>
            <a:pPr>
              <a:spcAft>
                <a:spcPts val="600"/>
              </a:spcAft>
            </a:pPr>
            <a:r>
              <a:rPr lang="en-US" kern="1200"/>
              <a:t>Restricted | © Siemens 2024 | Siemens Digital Industries Software</a:t>
            </a:r>
          </a:p>
        </p:txBody>
      </p:sp>
      <p:sp>
        <p:nvSpPr>
          <p:cNvPr id="5" name="Slide Number Placeholder 4">
            <a:extLst>
              <a:ext uri="{FF2B5EF4-FFF2-40B4-BE49-F238E27FC236}">
                <a16:creationId xmlns:a16="http://schemas.microsoft.com/office/drawing/2014/main" id="{9F95F0F4-84A4-424B-8806-C2AF57032E98}"/>
              </a:ext>
            </a:extLst>
          </p:cNvPr>
          <p:cNvSpPr>
            <a:spLocks noGrp="1"/>
          </p:cNvSpPr>
          <p:nvPr>
            <p:ph type="sldNum" sz="quarter" idx="14"/>
          </p:nvPr>
        </p:nvSpPr>
        <p:spPr>
          <a:xfrm>
            <a:off x="411162" y="6310800"/>
            <a:ext cx="648000" cy="547200"/>
          </a:xfrm>
        </p:spPr>
        <p:txBody>
          <a:bodyPr vert="horz" lIns="91440" tIns="45720" rIns="91440" bIns="45720" rtlCol="0" anchor="ctr">
            <a:normAutofit/>
          </a:bodyPr>
          <a:lstStyle/>
          <a:p>
            <a:pPr>
              <a:spcAft>
                <a:spcPts val="600"/>
              </a:spcAft>
            </a:pPr>
            <a:r>
              <a:rPr lang="en-US"/>
              <a:t>Page </a:t>
            </a:r>
            <a:fld id="{15EBE321-CBB1-4E91-BD14-37C8D44326FB}" type="slidenum">
              <a:rPr lang="en-US" smtClean="0"/>
              <a:pPr>
                <a:spcAft>
                  <a:spcPts val="600"/>
                </a:spcAft>
              </a:pPr>
              <a:t>11</a:t>
            </a:fld>
            <a:endParaRPr lang="en-US"/>
          </a:p>
        </p:txBody>
      </p:sp>
    </p:spTree>
    <p:extLst>
      <p:ext uri="{BB962C8B-B14F-4D97-AF65-F5344CB8AC3E}">
        <p14:creationId xmlns:p14="http://schemas.microsoft.com/office/powerpoint/2010/main" val="2654811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D920C-9C8F-4B95-8533-CC963A313EE8}"/>
              </a:ext>
            </a:extLst>
          </p:cNvPr>
          <p:cNvSpPr>
            <a:spLocks noGrp="1"/>
          </p:cNvSpPr>
          <p:nvPr>
            <p:ph type="title"/>
          </p:nvPr>
        </p:nvSpPr>
        <p:spPr>
          <a:xfrm>
            <a:off x="411163" y="135762"/>
            <a:ext cx="9863237" cy="719325"/>
          </a:xfrm>
        </p:spPr>
        <p:txBody>
          <a:bodyPr/>
          <a:lstStyle/>
          <a:p>
            <a:r>
              <a:rPr lang="it-IT" sz="4800" dirty="0"/>
              <a:t>LLM</a:t>
            </a:r>
          </a:p>
        </p:txBody>
      </p:sp>
      <p:sp>
        <p:nvSpPr>
          <p:cNvPr id="4" name="Footer Placeholder 3">
            <a:extLst>
              <a:ext uri="{FF2B5EF4-FFF2-40B4-BE49-F238E27FC236}">
                <a16:creationId xmlns:a16="http://schemas.microsoft.com/office/drawing/2014/main" id="{FA04BE81-720E-4946-AF0F-E81162FB9230}"/>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5" name="Slide Number Placeholder 4">
            <a:extLst>
              <a:ext uri="{FF2B5EF4-FFF2-40B4-BE49-F238E27FC236}">
                <a16:creationId xmlns:a16="http://schemas.microsoft.com/office/drawing/2014/main" id="{B755C568-F2CF-4457-9041-63DC2CDF82DF}"/>
              </a:ext>
            </a:extLst>
          </p:cNvPr>
          <p:cNvSpPr>
            <a:spLocks noGrp="1"/>
          </p:cNvSpPr>
          <p:nvPr>
            <p:ph type="sldNum" sz="quarter" idx="11"/>
          </p:nvPr>
        </p:nvSpPr>
        <p:spPr/>
        <p:txBody>
          <a:bodyPr/>
          <a:lstStyle/>
          <a:p>
            <a:r>
              <a:rPr lang="en-US"/>
              <a:t>Page </a:t>
            </a:r>
            <a:fld id="{15EBE321-CBB1-4E91-BD14-37C8D44326FB}" type="slidenum">
              <a:rPr lang="en-US" smtClean="0"/>
              <a:pPr/>
              <a:t>12</a:t>
            </a:fld>
            <a:endParaRPr lang="en-US" dirty="0"/>
          </a:p>
        </p:txBody>
      </p:sp>
      <p:sp>
        <p:nvSpPr>
          <p:cNvPr id="6" name="Rectangle 2">
            <a:extLst>
              <a:ext uri="{FF2B5EF4-FFF2-40B4-BE49-F238E27FC236}">
                <a16:creationId xmlns:a16="http://schemas.microsoft.com/office/drawing/2014/main" id="{05B463DB-207C-4CCE-9DFD-C1A14BB2E759}"/>
              </a:ext>
            </a:extLst>
          </p:cNvPr>
          <p:cNvSpPr>
            <a:spLocks noGrp="1" noChangeArrowheads="1"/>
          </p:cNvSpPr>
          <p:nvPr>
            <p:ph type="subTitle" idx="1"/>
          </p:nvPr>
        </p:nvSpPr>
        <p:spPr bwMode="auto">
          <a:xfrm>
            <a:off x="411162" y="1313566"/>
            <a:ext cx="9215437" cy="340995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tabLst/>
            </a:pPr>
            <a:r>
              <a:rPr kumimoji="0" lang="it-IT" altLang="it-IT" sz="1400" b="1" i="0" u="none" strike="noStrike" cap="none" normalizeH="0" baseline="0" dirty="0">
                <a:ln>
                  <a:noFill/>
                </a:ln>
                <a:solidFill>
                  <a:schemeClr val="accent2">
                    <a:lumMod val="40000"/>
                    <a:lumOff val="60000"/>
                  </a:schemeClr>
                </a:solidFill>
                <a:effectLst/>
              </a:rPr>
              <a:t>- Preparing the Payload for Siemens REST API:</a:t>
            </a:r>
            <a:endParaRPr kumimoji="0" lang="it-IT" altLang="it-IT" sz="1400" b="0" i="0" u="none" strike="noStrike" cap="none" normalizeH="0" baseline="0" dirty="0">
              <a:ln>
                <a:noFill/>
              </a:ln>
              <a:solidFill>
                <a:schemeClr val="accent2">
                  <a:lumMod val="40000"/>
                  <a:lumOff val="60000"/>
                </a:schemeClr>
              </a:solidFill>
              <a:effectLst/>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it-IT" altLang="it-IT" sz="1400" b="0" i="0" u="none" strike="noStrike" cap="none" normalizeH="0" baseline="0" dirty="0">
                <a:ln>
                  <a:noFill/>
                </a:ln>
                <a:effectLst/>
              </a:rPr>
              <a:t>The top </a:t>
            </a:r>
            <a:r>
              <a:rPr kumimoji="0" lang="it-IT" altLang="it-IT" sz="1400" b="1" i="0" u="none" strike="noStrike" cap="none" normalizeH="0" baseline="0" dirty="0">
                <a:ln>
                  <a:noFill/>
                </a:ln>
                <a:effectLst/>
              </a:rPr>
              <a:t>k closest vectors</a:t>
            </a:r>
            <a:r>
              <a:rPr kumimoji="0" lang="it-IT" altLang="it-IT" sz="1400" b="0" i="0" u="none" strike="noStrike" cap="none" normalizeH="0" baseline="0" dirty="0">
                <a:ln>
                  <a:noFill/>
                </a:ln>
                <a:effectLst/>
              </a:rPr>
              <a:t>, along with their associated text and distance values, are formatted into a payload.</a:t>
            </a:r>
          </a:p>
          <a:p>
            <a:pPr marL="0" marR="0" lvl="0" indent="0" defTabSz="914400" rtl="0" eaLnBrk="0" fontAlgn="base" latinLnBrk="0" hangingPunct="0">
              <a:lnSpc>
                <a:spcPct val="100000"/>
              </a:lnSpc>
              <a:spcBef>
                <a:spcPct val="0"/>
              </a:spcBef>
              <a:spcAft>
                <a:spcPts val="600"/>
              </a:spcAft>
              <a:buClrTx/>
              <a:buSzTx/>
              <a:buFontTx/>
              <a:buChar char="•"/>
              <a:tabLst/>
            </a:pPr>
            <a:r>
              <a:rPr kumimoji="0" lang="it-IT" altLang="it-IT" sz="1400" b="0" i="0" u="none" strike="noStrike" cap="none" normalizeH="0" baseline="0" dirty="0">
                <a:ln>
                  <a:noFill/>
                </a:ln>
                <a:effectLst/>
              </a:rPr>
              <a:t>The payload is passed to the Siemens REST API to enable contextual processing.</a:t>
            </a:r>
          </a:p>
          <a:p>
            <a:pPr marL="0" marR="0" lvl="0" indent="0" defTabSz="914400" rtl="0" eaLnBrk="0" fontAlgn="base" latinLnBrk="0" hangingPunct="0">
              <a:lnSpc>
                <a:spcPct val="100000"/>
              </a:lnSpc>
              <a:spcBef>
                <a:spcPct val="0"/>
              </a:spcBef>
              <a:spcAft>
                <a:spcPts val="600"/>
              </a:spcAft>
              <a:buClrTx/>
              <a:buSzTx/>
              <a:buFontTx/>
              <a:buChar char="•"/>
              <a:tabLst/>
            </a:pPr>
            <a:endParaRPr kumimoji="0" lang="it-IT" altLang="it-IT" sz="1400" b="0" i="0" u="none" strike="noStrike" cap="none" normalizeH="0" baseline="0" dirty="0">
              <a:ln>
                <a:noFill/>
              </a:ln>
              <a:solidFill>
                <a:schemeClr val="accent2">
                  <a:lumMod val="40000"/>
                  <a:lumOff val="60000"/>
                </a:schemeClr>
              </a:solidFill>
              <a:effectLst/>
            </a:endParaRPr>
          </a:p>
          <a:p>
            <a:pPr marL="0" marR="0" lvl="0" indent="0" defTabSz="914400" rtl="0" eaLnBrk="0" fontAlgn="base" latinLnBrk="0" hangingPunct="0">
              <a:lnSpc>
                <a:spcPct val="100000"/>
              </a:lnSpc>
              <a:spcBef>
                <a:spcPct val="0"/>
              </a:spcBef>
              <a:spcAft>
                <a:spcPts val="600"/>
              </a:spcAft>
              <a:buClrTx/>
              <a:buSzTx/>
              <a:tabLst/>
            </a:pPr>
            <a:r>
              <a:rPr kumimoji="0" lang="it-IT" altLang="it-IT" sz="1400" b="1" i="0" u="none" strike="noStrike" cap="none" normalizeH="0" baseline="0" dirty="0">
                <a:ln>
                  <a:noFill/>
                </a:ln>
                <a:solidFill>
                  <a:schemeClr val="accent2">
                    <a:lumMod val="40000"/>
                    <a:lumOff val="60000"/>
                  </a:schemeClr>
                </a:solidFill>
                <a:effectLst/>
              </a:rPr>
              <a:t>- Role of the LLM in Summarization:</a:t>
            </a:r>
            <a:endParaRPr kumimoji="0" lang="it-IT" altLang="it-IT" sz="1400" b="0" i="0" u="none" strike="noStrike" cap="none" normalizeH="0" baseline="0" dirty="0">
              <a:ln>
                <a:noFill/>
              </a:ln>
              <a:solidFill>
                <a:schemeClr val="accent2">
                  <a:lumMod val="40000"/>
                  <a:lumOff val="60000"/>
                </a:schemeClr>
              </a:solidFill>
              <a:effectLst/>
            </a:endParaRPr>
          </a:p>
          <a:p>
            <a:pPr marL="0" marR="0" lvl="0" indent="0" defTabSz="914400" rtl="0" eaLnBrk="0" fontAlgn="base" latinLnBrk="0" hangingPunct="0">
              <a:lnSpc>
                <a:spcPct val="100000"/>
              </a:lnSpc>
              <a:spcBef>
                <a:spcPct val="0"/>
              </a:spcBef>
              <a:spcAft>
                <a:spcPts val="600"/>
              </a:spcAft>
              <a:buClrTx/>
              <a:buSzTx/>
              <a:buFontTx/>
              <a:buChar char="•"/>
              <a:tabLst/>
            </a:pPr>
            <a:r>
              <a:rPr kumimoji="0" lang="it-IT" altLang="it-IT" sz="1400" b="0" i="0" u="none" strike="noStrike" cap="none" normalizeH="0" baseline="0" dirty="0">
                <a:ln>
                  <a:noFill/>
                </a:ln>
                <a:effectLst/>
              </a:rPr>
              <a:t>The </a:t>
            </a:r>
            <a:r>
              <a:rPr kumimoji="0" lang="it-IT" altLang="it-IT" sz="1400" b="1" i="0" u="none" strike="noStrike" cap="none" normalizeH="0" baseline="0" dirty="0">
                <a:ln>
                  <a:noFill/>
                </a:ln>
                <a:effectLst/>
              </a:rPr>
              <a:t>Siemens REST API LLM</a:t>
            </a:r>
            <a:r>
              <a:rPr kumimoji="0" lang="it-IT" altLang="it-IT" sz="1400" b="0" i="0" u="none" strike="noStrike" cap="none" normalizeH="0" baseline="0" dirty="0">
                <a:ln>
                  <a:noFill/>
                </a:ln>
                <a:effectLst/>
              </a:rPr>
              <a:t> processes the relevant information from the payload.</a:t>
            </a:r>
          </a:p>
          <a:p>
            <a:pPr marL="0" marR="0" lvl="0" indent="0" defTabSz="914400" rtl="0" eaLnBrk="0" fontAlgn="base" latinLnBrk="0" hangingPunct="0">
              <a:lnSpc>
                <a:spcPct val="100000"/>
              </a:lnSpc>
              <a:spcBef>
                <a:spcPct val="0"/>
              </a:spcBef>
              <a:spcAft>
                <a:spcPts val="600"/>
              </a:spcAft>
              <a:buClrTx/>
              <a:buSzTx/>
              <a:buFontTx/>
              <a:buChar char="•"/>
              <a:tabLst/>
            </a:pPr>
            <a:r>
              <a:rPr kumimoji="0" lang="it-IT" altLang="it-IT" sz="1400" b="0" i="0" u="none" strike="noStrike" cap="none" normalizeH="0" baseline="0" dirty="0">
                <a:ln>
                  <a:noFill/>
                </a:ln>
                <a:effectLst/>
              </a:rPr>
              <a:t>It </a:t>
            </a:r>
            <a:r>
              <a:rPr kumimoji="0" lang="it-IT" altLang="it-IT" sz="1400" b="1" i="0" u="none" strike="noStrike" cap="none" normalizeH="0" baseline="0" dirty="0">
                <a:ln>
                  <a:noFill/>
                </a:ln>
                <a:effectLst/>
              </a:rPr>
              <a:t>summarizes</a:t>
            </a:r>
            <a:r>
              <a:rPr kumimoji="0" lang="it-IT" altLang="it-IT" sz="1400" b="0" i="0" u="none" strike="noStrike" cap="none" normalizeH="0" baseline="0" dirty="0">
                <a:ln>
                  <a:noFill/>
                </a:ln>
                <a:effectLst/>
              </a:rPr>
              <a:t> the text data while:</a:t>
            </a:r>
          </a:p>
          <a:p>
            <a:pPr marL="457200" marR="0" lvl="1" indent="0" defTabSz="914400" rtl="0" eaLnBrk="0" fontAlgn="base" latinLnBrk="0" hangingPunct="0">
              <a:lnSpc>
                <a:spcPct val="100000"/>
              </a:lnSpc>
              <a:spcBef>
                <a:spcPct val="0"/>
              </a:spcBef>
              <a:spcAft>
                <a:spcPts val="600"/>
              </a:spcAft>
              <a:buClrTx/>
              <a:buSzTx/>
              <a:buFontTx/>
              <a:buChar char="•"/>
              <a:tabLst/>
            </a:pPr>
            <a:r>
              <a:rPr kumimoji="0" lang="it-IT" altLang="it-IT" sz="1400" b="0" i="0" u="none" strike="noStrike" cap="none" normalizeH="0" baseline="0" dirty="0">
                <a:ln>
                  <a:noFill/>
                </a:ln>
                <a:effectLst/>
              </a:rPr>
              <a:t>Prioritizing content based on relevance to the user query.</a:t>
            </a:r>
          </a:p>
          <a:p>
            <a:pPr marL="457200" marR="0" lvl="1" indent="0" defTabSz="914400" rtl="0" eaLnBrk="0" fontAlgn="base" latinLnBrk="0" hangingPunct="0">
              <a:lnSpc>
                <a:spcPct val="100000"/>
              </a:lnSpc>
              <a:spcBef>
                <a:spcPct val="0"/>
              </a:spcBef>
              <a:spcAft>
                <a:spcPts val="600"/>
              </a:spcAft>
              <a:buClrTx/>
              <a:buSzTx/>
              <a:buFontTx/>
              <a:buChar char="•"/>
              <a:tabLst/>
            </a:pPr>
            <a:r>
              <a:rPr kumimoji="0" lang="it-IT" altLang="it-IT" sz="1400" b="0" i="0" u="none" strike="noStrike" cap="none" normalizeH="0" baseline="0" dirty="0">
                <a:ln>
                  <a:noFill/>
                </a:ln>
                <a:effectLst/>
              </a:rPr>
              <a:t>Taking the </a:t>
            </a:r>
            <a:r>
              <a:rPr kumimoji="0" lang="it-IT" altLang="it-IT" sz="1400" b="1" i="0" u="none" strike="noStrike" cap="none" normalizeH="0" baseline="0" dirty="0">
                <a:ln>
                  <a:noFill/>
                </a:ln>
                <a:effectLst/>
              </a:rPr>
              <a:t>distance value</a:t>
            </a:r>
            <a:r>
              <a:rPr kumimoji="0" lang="it-IT" altLang="it-IT" sz="1400" b="0" i="0" u="none" strike="noStrike" cap="none" normalizeH="0" baseline="0" dirty="0">
                <a:ln>
                  <a:noFill/>
                </a:ln>
                <a:effectLst/>
              </a:rPr>
              <a:t> into account to weigh importance.</a:t>
            </a:r>
          </a:p>
          <a:p>
            <a:pPr marL="0" marR="0" lvl="0" indent="0" defTabSz="914400" rtl="0" eaLnBrk="0" fontAlgn="base" latinLnBrk="0" hangingPunct="0">
              <a:lnSpc>
                <a:spcPct val="100000"/>
              </a:lnSpc>
              <a:spcBef>
                <a:spcPct val="0"/>
              </a:spcBef>
              <a:spcAft>
                <a:spcPts val="600"/>
              </a:spcAft>
              <a:buClrTx/>
              <a:buSzTx/>
              <a:buFontTx/>
              <a:buNone/>
              <a:tabLst/>
            </a:pPr>
            <a:endParaRPr kumimoji="0" lang="it-IT" altLang="it-IT" sz="1400" b="0" i="0" u="none" strike="noStrike" cap="none" normalizeH="0" baseline="0" dirty="0">
              <a:ln>
                <a:noFill/>
              </a:ln>
              <a:effectLst/>
            </a:endParaRPr>
          </a:p>
        </p:txBody>
      </p:sp>
      <p:pic>
        <p:nvPicPr>
          <p:cNvPr id="7" name="Picture 6">
            <a:extLst>
              <a:ext uri="{FF2B5EF4-FFF2-40B4-BE49-F238E27FC236}">
                <a16:creationId xmlns:a16="http://schemas.microsoft.com/office/drawing/2014/main" id="{897E0403-AC6A-4AEA-B631-D4D42546D4B5}"/>
              </a:ext>
            </a:extLst>
          </p:cNvPr>
          <p:cNvPicPr>
            <a:picLocks noChangeAspect="1"/>
          </p:cNvPicPr>
          <p:nvPr/>
        </p:nvPicPr>
        <p:blipFill>
          <a:blip r:embed="rId2"/>
          <a:stretch>
            <a:fillRect/>
          </a:stretch>
        </p:blipFill>
        <p:spPr>
          <a:xfrm>
            <a:off x="5407436" y="4029655"/>
            <a:ext cx="6446169" cy="4172235"/>
          </a:xfrm>
          <a:prstGeom prst="rect">
            <a:avLst/>
          </a:prstGeom>
        </p:spPr>
      </p:pic>
    </p:spTree>
    <p:extLst>
      <p:ext uri="{BB962C8B-B14F-4D97-AF65-F5344CB8AC3E}">
        <p14:creationId xmlns:p14="http://schemas.microsoft.com/office/powerpoint/2010/main" val="3028168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5927F-2726-439C-A5AC-3358C8C2C28B}"/>
              </a:ext>
            </a:extLst>
          </p:cNvPr>
          <p:cNvSpPr>
            <a:spLocks noGrp="1"/>
          </p:cNvSpPr>
          <p:nvPr>
            <p:ph type="title"/>
          </p:nvPr>
        </p:nvSpPr>
        <p:spPr>
          <a:xfrm>
            <a:off x="411162" y="0"/>
            <a:ext cx="9466367" cy="663925"/>
          </a:xfrm>
        </p:spPr>
        <p:txBody>
          <a:bodyPr/>
          <a:lstStyle/>
          <a:p>
            <a:r>
              <a:rPr lang="it-IT" sz="4400" dirty="0"/>
              <a:t>How It Works</a:t>
            </a:r>
          </a:p>
        </p:txBody>
      </p:sp>
      <p:sp>
        <p:nvSpPr>
          <p:cNvPr id="4" name="Footer Placeholder 3">
            <a:extLst>
              <a:ext uri="{FF2B5EF4-FFF2-40B4-BE49-F238E27FC236}">
                <a16:creationId xmlns:a16="http://schemas.microsoft.com/office/drawing/2014/main" id="{8ACC34FC-8110-488B-859C-EA7DC8606C70}"/>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Arial"/>
                <a:ea typeface="+mn-ea"/>
                <a:cs typeface="+mn-cs"/>
              </a:rPr>
              <a:t>Restricted | © Siemens 2024 | Siemens Digital Industries Software</a:t>
            </a:r>
          </a:p>
        </p:txBody>
      </p:sp>
      <p:sp>
        <p:nvSpPr>
          <p:cNvPr id="5" name="Slide Number Placeholder 4">
            <a:extLst>
              <a:ext uri="{FF2B5EF4-FFF2-40B4-BE49-F238E27FC236}">
                <a16:creationId xmlns:a16="http://schemas.microsoft.com/office/drawing/2014/main" id="{199CE89D-FD96-4B94-84C2-2C7B03F390CD}"/>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a:ea typeface="+mn-ea"/>
                <a:cs typeface="+mn-cs"/>
              </a:rPr>
              <a:t>Page </a:t>
            </a:r>
            <a:fld id="{15EBE321-CBB1-4E91-BD14-37C8D44326FB}" type="slidenum">
              <a:rPr kumimoji="0" lang="en-US" sz="900" b="1" i="0" u="none" strike="noStrike" kern="1200" cap="none" spc="0" normalizeH="0" baseline="0" noProof="0" smtClean="0">
                <a:ln>
                  <a:noFill/>
                </a:ln>
                <a:solidFill>
                  <a:prstClr val="white"/>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900" b="1" i="0" u="none" strike="noStrike" kern="1200" cap="none" spc="0" normalizeH="0" baseline="0" noProof="0" dirty="0">
              <a:ln>
                <a:noFill/>
              </a:ln>
              <a:solidFill>
                <a:prstClr val="white"/>
              </a:solidFill>
              <a:effectLst/>
              <a:uLnTx/>
              <a:uFillTx/>
              <a:latin typeface="Arial"/>
              <a:ea typeface="+mn-ea"/>
              <a:cs typeface="+mn-cs"/>
            </a:endParaRPr>
          </a:p>
        </p:txBody>
      </p:sp>
      <p:pic>
        <p:nvPicPr>
          <p:cNvPr id="6" name="Picture 5" descr="A diagram of a company&#10;&#10;Description automatically generated">
            <a:extLst>
              <a:ext uri="{FF2B5EF4-FFF2-40B4-BE49-F238E27FC236}">
                <a16:creationId xmlns:a16="http://schemas.microsoft.com/office/drawing/2014/main" id="{91C8F162-315B-48A9-96D8-EF4713880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63444"/>
            <a:ext cx="12192000" cy="5131112"/>
          </a:xfrm>
          <a:prstGeom prst="rect">
            <a:avLst/>
          </a:prstGeom>
        </p:spPr>
      </p:pic>
      <p:sp>
        <p:nvSpPr>
          <p:cNvPr id="8" name="TextBox 7">
            <a:extLst>
              <a:ext uri="{FF2B5EF4-FFF2-40B4-BE49-F238E27FC236}">
                <a16:creationId xmlns:a16="http://schemas.microsoft.com/office/drawing/2014/main" id="{D74DD174-E156-4158-88F8-70EB6AD0D95B}"/>
              </a:ext>
            </a:extLst>
          </p:cNvPr>
          <p:cNvSpPr txBox="1"/>
          <p:nvPr/>
        </p:nvSpPr>
        <p:spPr>
          <a:xfrm>
            <a:off x="10600475" y="3006969"/>
            <a:ext cx="1761509" cy="184666"/>
          </a:xfrm>
          <a:prstGeom prst="rect">
            <a:avLst/>
          </a:prstGeom>
          <a:noFill/>
        </p:spPr>
        <p:txBody>
          <a:bodyPr wrap="square" lIns="0" tIns="0" rIns="0" bIns="0" rtlCol="0">
            <a:spAutoFit/>
          </a:bodyPr>
          <a:lstStyle/>
          <a:p>
            <a:r>
              <a:rPr lang="it-IT" sz="1200" b="1" dirty="0">
                <a:solidFill>
                  <a:srgbClr val="EC6602"/>
                </a:solidFill>
                <a:effectLst/>
                <a:latin typeface="Consolas" panose="020B0609020204030204" pitchFamily="49" charset="0"/>
              </a:rPr>
              <a:t>mistral-7b-instruct</a:t>
            </a:r>
          </a:p>
        </p:txBody>
      </p:sp>
    </p:spTree>
    <p:extLst>
      <p:ext uri="{BB962C8B-B14F-4D97-AF65-F5344CB8AC3E}">
        <p14:creationId xmlns:p14="http://schemas.microsoft.com/office/powerpoint/2010/main" val="4077251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44D51-EE94-48F3-A6A0-7E8C54F4199F}"/>
              </a:ext>
            </a:extLst>
          </p:cNvPr>
          <p:cNvSpPr>
            <a:spLocks noGrp="1"/>
          </p:cNvSpPr>
          <p:nvPr>
            <p:ph type="title"/>
          </p:nvPr>
        </p:nvSpPr>
        <p:spPr>
          <a:xfrm>
            <a:off x="323240" y="-111598"/>
            <a:ext cx="9863237" cy="1162523"/>
          </a:xfrm>
        </p:spPr>
        <p:txBody>
          <a:bodyPr/>
          <a:lstStyle/>
          <a:p>
            <a:r>
              <a:rPr lang="it-IT" dirty="0"/>
              <a:t>Test</a:t>
            </a:r>
          </a:p>
        </p:txBody>
      </p:sp>
      <p:sp>
        <p:nvSpPr>
          <p:cNvPr id="4" name="Footer Placeholder 3">
            <a:extLst>
              <a:ext uri="{FF2B5EF4-FFF2-40B4-BE49-F238E27FC236}">
                <a16:creationId xmlns:a16="http://schemas.microsoft.com/office/drawing/2014/main" id="{7648B395-0F45-41BA-BFC1-506B03418778}"/>
              </a:ext>
            </a:extLst>
          </p:cNvPr>
          <p:cNvSpPr>
            <a:spLocks noGrp="1"/>
          </p:cNvSpPr>
          <p:nvPr>
            <p:ph type="ftr" sz="quarter" idx="10"/>
          </p:nvPr>
        </p:nvSpPr>
        <p:spPr/>
        <p:txBody>
          <a:bodyPr/>
          <a:lstStyle/>
          <a:p>
            <a:pPr>
              <a:lnSpc>
                <a:spcPct val="100000"/>
              </a:lnSpc>
            </a:pPr>
            <a:r>
              <a:rPr lang="en-US"/>
              <a:t>Restricted | © Siemens 2024 | Siemens Digital Industries Software</a:t>
            </a:r>
            <a:endParaRPr lang="en-US" dirty="0"/>
          </a:p>
        </p:txBody>
      </p:sp>
      <p:sp>
        <p:nvSpPr>
          <p:cNvPr id="5" name="Slide Number Placeholder 4">
            <a:extLst>
              <a:ext uri="{FF2B5EF4-FFF2-40B4-BE49-F238E27FC236}">
                <a16:creationId xmlns:a16="http://schemas.microsoft.com/office/drawing/2014/main" id="{BDF9652E-A1EE-4C44-A90E-8C2BA66B4301}"/>
              </a:ext>
            </a:extLst>
          </p:cNvPr>
          <p:cNvSpPr>
            <a:spLocks noGrp="1"/>
          </p:cNvSpPr>
          <p:nvPr>
            <p:ph type="sldNum" sz="quarter" idx="11"/>
          </p:nvPr>
        </p:nvSpPr>
        <p:spPr/>
        <p:txBody>
          <a:bodyPr/>
          <a:lstStyle/>
          <a:p>
            <a:r>
              <a:rPr lang="en-US"/>
              <a:t>Page </a:t>
            </a:r>
            <a:fld id="{15EBE321-CBB1-4E91-BD14-37C8D44326FB}" type="slidenum">
              <a:rPr lang="en-US" smtClean="0"/>
              <a:pPr/>
              <a:t>14</a:t>
            </a:fld>
            <a:endParaRPr lang="en-US" dirty="0"/>
          </a:p>
        </p:txBody>
      </p:sp>
      <p:pic>
        <p:nvPicPr>
          <p:cNvPr id="7" name="Picture 6">
            <a:extLst>
              <a:ext uri="{FF2B5EF4-FFF2-40B4-BE49-F238E27FC236}">
                <a16:creationId xmlns:a16="http://schemas.microsoft.com/office/drawing/2014/main" id="{9B260FAA-D499-42BD-8905-68CF2E6A7D74}"/>
              </a:ext>
            </a:extLst>
          </p:cNvPr>
          <p:cNvPicPr>
            <a:picLocks noChangeAspect="1"/>
          </p:cNvPicPr>
          <p:nvPr/>
        </p:nvPicPr>
        <p:blipFill>
          <a:blip r:embed="rId2"/>
          <a:stretch>
            <a:fillRect/>
          </a:stretch>
        </p:blipFill>
        <p:spPr>
          <a:xfrm>
            <a:off x="631740" y="1144685"/>
            <a:ext cx="10928520" cy="50723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04582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1C2E"/>
        </a:solidFill>
        <a:effectLst/>
      </p:bgPr>
    </p:bg>
    <p:spTree>
      <p:nvGrpSpPr>
        <p:cNvPr id="1" name=""/>
        <p:cNvGrpSpPr/>
        <p:nvPr/>
      </p:nvGrpSpPr>
      <p:grpSpPr>
        <a:xfrm>
          <a:off x="0" y="0"/>
          <a:ext cx="0" cy="0"/>
          <a:chOff x="0" y="0"/>
          <a:chExt cx="0" cy="0"/>
        </a:xfrm>
      </p:grpSpPr>
      <p:sp>
        <p:nvSpPr>
          <p:cNvPr id="2" name="Shape 0"/>
          <p:cNvSpPr/>
          <p:nvPr/>
        </p:nvSpPr>
        <p:spPr>
          <a:xfrm>
            <a:off x="0" y="0"/>
            <a:ext cx="548640" cy="6858000"/>
          </a:xfrm>
          <a:prstGeom prst="rect">
            <a:avLst/>
          </a:prstGeom>
          <a:solidFill>
            <a:srgbClr val="0A8A7E"/>
          </a:solidFill>
          <a:ln w="12700">
            <a:solidFill>
              <a:srgbClr val="0A8A7E"/>
            </a:solidFill>
            <a:prstDash val="solid"/>
          </a:ln>
        </p:spPr>
      </p:sp>
      <p:sp>
        <p:nvSpPr>
          <p:cNvPr id="3" name="Shape 1"/>
          <p:cNvSpPr/>
          <p:nvPr/>
        </p:nvSpPr>
        <p:spPr>
          <a:xfrm>
            <a:off x="548640" y="0"/>
            <a:ext cx="12192000" cy="97536"/>
          </a:xfrm>
          <a:prstGeom prst="rect">
            <a:avLst/>
          </a:prstGeom>
          <a:solidFill>
            <a:srgbClr val="0A8A7E"/>
          </a:solidFill>
          <a:ln w="12700">
            <a:solidFill>
              <a:srgbClr val="0A8A7E"/>
            </a:solidFill>
            <a:prstDash val="solid"/>
          </a:ln>
        </p:spPr>
      </p:sp>
      <p:sp>
        <p:nvSpPr>
          <p:cNvPr id="4" name="Shape 2"/>
          <p:cNvSpPr/>
          <p:nvPr/>
        </p:nvSpPr>
        <p:spPr>
          <a:xfrm>
            <a:off x="548640" y="6760464"/>
            <a:ext cx="12192000" cy="97536"/>
          </a:xfrm>
          <a:prstGeom prst="rect">
            <a:avLst/>
          </a:prstGeom>
          <a:solidFill>
            <a:srgbClr val="0A8A7E"/>
          </a:solidFill>
          <a:ln w="12700">
            <a:solidFill>
              <a:srgbClr val="0A8A7E"/>
            </a:solidFill>
            <a:prstDash val="solid"/>
          </a:ln>
        </p:spPr>
      </p:sp>
      <p:sp>
        <p:nvSpPr>
          <p:cNvPr id="5" name="Shape 3"/>
          <p:cNvSpPr/>
          <p:nvPr/>
        </p:nvSpPr>
        <p:spPr>
          <a:xfrm>
            <a:off x="10485120" y="97536"/>
            <a:ext cx="1706880" cy="6662928"/>
          </a:xfrm>
          <a:prstGeom prst="rect">
            <a:avLst/>
          </a:prstGeom>
          <a:solidFill>
            <a:srgbClr val="1A2445"/>
          </a:solidFill>
          <a:ln w="12700">
            <a:solidFill>
              <a:srgbClr val="1A2445"/>
            </a:solidFill>
            <a:prstDash val="solid"/>
          </a:ln>
        </p:spPr>
      </p:sp>
      <p:sp>
        <p:nvSpPr>
          <p:cNvPr id="6" name="Shape 4"/>
          <p:cNvSpPr/>
          <p:nvPr/>
        </p:nvSpPr>
        <p:spPr>
          <a:xfrm>
            <a:off x="1097280" y="1402080"/>
            <a:ext cx="3291840" cy="463296"/>
          </a:xfrm>
          <a:prstGeom prst="rect">
            <a:avLst/>
          </a:prstGeom>
          <a:solidFill>
            <a:srgbClr val="0A8A7E">
              <a:alpha val="80000"/>
            </a:srgbClr>
          </a:solidFill>
          <a:ln w="12700">
            <a:solidFill>
              <a:srgbClr val="0A8A7E"/>
            </a:solidFill>
            <a:prstDash val="solid"/>
          </a:ln>
        </p:spPr>
      </p:sp>
      <p:sp>
        <p:nvSpPr>
          <p:cNvPr id="7" name="Text 5"/>
          <p:cNvSpPr/>
          <p:nvPr/>
        </p:nvSpPr>
        <p:spPr>
          <a:xfrm>
            <a:off x="1097280" y="1402080"/>
            <a:ext cx="3291840" cy="463296"/>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THESIS PRESENTATION</a:t>
            </a:r>
            <a:endParaRPr lang="en-US" sz="1333" dirty="0">
              <a:solidFill>
                <a:prstClr val="black"/>
              </a:solidFill>
              <a:latin typeface="Calibri" panose="020F0502020204030204"/>
            </a:endParaRPr>
          </a:p>
        </p:txBody>
      </p:sp>
      <p:sp>
        <p:nvSpPr>
          <p:cNvPr id="8" name="Text 6"/>
          <p:cNvSpPr/>
          <p:nvPr/>
        </p:nvSpPr>
        <p:spPr>
          <a:xfrm>
            <a:off x="1097280" y="2011680"/>
            <a:ext cx="9022080" cy="2255520"/>
          </a:xfrm>
          <a:prstGeom prst="rect">
            <a:avLst/>
          </a:prstGeom>
          <a:noFill/>
          <a:ln/>
        </p:spPr>
        <p:txBody>
          <a:bodyPr wrap="square" lIns="0" tIns="0" rIns="0" bIns="0" rtlCol="0" anchor="t"/>
          <a:lstStyle/>
          <a:p>
            <a:pPr defTabSz="1219170"/>
            <a:r>
              <a:rPr lang="en-US" sz="6933" b="1" dirty="0">
                <a:solidFill>
                  <a:srgbClr val="FFFFFF"/>
                </a:solidFill>
                <a:latin typeface="Calibri" pitchFamily="34" charset="0"/>
                <a:ea typeface="Calibri" pitchFamily="34" charset="-122"/>
                <a:cs typeface="Calibri" pitchFamily="34" charset="-120"/>
              </a:rPr>
              <a:t>Log Parser</a:t>
            </a:r>
            <a:endParaRPr lang="en-US" sz="6933" dirty="0">
              <a:solidFill>
                <a:prstClr val="black"/>
              </a:solidFill>
              <a:latin typeface="Calibri" panose="020F0502020204030204"/>
            </a:endParaRPr>
          </a:p>
          <a:p>
            <a:pPr defTabSz="1219170"/>
            <a:r>
              <a:rPr lang="en-US" sz="6933" b="1" dirty="0">
                <a:solidFill>
                  <a:srgbClr val="FFFFFF"/>
                </a:solidFill>
                <a:latin typeface="Calibri" pitchFamily="34" charset="0"/>
                <a:ea typeface="Calibri" pitchFamily="34" charset="-122"/>
                <a:cs typeface="Calibri" pitchFamily="34" charset="-120"/>
              </a:rPr>
              <a:t>Ultimate</a:t>
            </a:r>
            <a:endParaRPr lang="en-US" sz="6933" dirty="0">
              <a:solidFill>
                <a:prstClr val="black"/>
              </a:solidFill>
              <a:latin typeface="Calibri" panose="020F0502020204030204"/>
            </a:endParaRPr>
          </a:p>
        </p:txBody>
      </p:sp>
      <p:sp>
        <p:nvSpPr>
          <p:cNvPr id="9" name="Text 7"/>
          <p:cNvSpPr/>
          <p:nvPr/>
        </p:nvSpPr>
        <p:spPr>
          <a:xfrm>
            <a:off x="1097280" y="4328160"/>
            <a:ext cx="8778240" cy="731520"/>
          </a:xfrm>
          <a:prstGeom prst="rect">
            <a:avLst/>
          </a:prstGeom>
          <a:noFill/>
          <a:ln/>
        </p:spPr>
        <p:txBody>
          <a:bodyPr wrap="square" lIns="0" tIns="0" rIns="0" bIns="0" rtlCol="0" anchor="ctr"/>
          <a:lstStyle/>
          <a:p>
            <a:pPr defTabSz="1219170"/>
            <a:r>
              <a:rPr lang="en-US" sz="2000" dirty="0">
                <a:solidFill>
                  <a:srgbClr val="C8DCFA"/>
                </a:solidFill>
                <a:latin typeface="Calibri" pitchFamily="34" charset="0"/>
                <a:ea typeface="Calibri" pitchFamily="34" charset="-122"/>
                <a:cs typeface="Calibri" pitchFamily="34" charset="-120"/>
              </a:rPr>
              <a:t>AI-Assisted Transaction Log Analysis &amp; Visualization Platform</a:t>
            </a:r>
            <a:endParaRPr lang="en-US" sz="2000" dirty="0">
              <a:solidFill>
                <a:prstClr val="black"/>
              </a:solidFill>
              <a:latin typeface="Calibri" panose="020F0502020204030204"/>
            </a:endParaRPr>
          </a:p>
        </p:txBody>
      </p:sp>
      <p:sp>
        <p:nvSpPr>
          <p:cNvPr id="10" name="Shape 8"/>
          <p:cNvSpPr/>
          <p:nvPr/>
        </p:nvSpPr>
        <p:spPr>
          <a:xfrm>
            <a:off x="1097280" y="5242560"/>
            <a:ext cx="8290560" cy="0"/>
          </a:xfrm>
          <a:prstGeom prst="line">
            <a:avLst/>
          </a:prstGeom>
          <a:noFill/>
          <a:ln w="19050">
            <a:solidFill>
              <a:srgbClr val="0A8A7E"/>
            </a:solidFill>
            <a:prstDash val="solid"/>
          </a:ln>
        </p:spPr>
      </p:sp>
      <p:sp>
        <p:nvSpPr>
          <p:cNvPr id="11" name="Text 9"/>
          <p:cNvSpPr/>
          <p:nvPr/>
        </p:nvSpPr>
        <p:spPr>
          <a:xfrm>
            <a:off x="1097280" y="5425440"/>
            <a:ext cx="8778240" cy="487680"/>
          </a:xfrm>
          <a:prstGeom prst="rect">
            <a:avLst/>
          </a:prstGeom>
          <a:noFill/>
          <a:ln/>
        </p:spPr>
        <p:txBody>
          <a:bodyPr wrap="square" lIns="0" tIns="0" rIns="0" bIns="0" rtlCol="0" anchor="ctr"/>
          <a:lstStyle/>
          <a:p>
            <a:pPr defTabSz="1219170"/>
            <a:r>
              <a:rPr lang="en-US" sz="1400" dirty="0">
                <a:solidFill>
                  <a:srgbClr val="7B8FAB"/>
                </a:solidFill>
                <a:latin typeface="Calibri" pitchFamily="34" charset="0"/>
                <a:ea typeface="Calibri" pitchFamily="34" charset="-122"/>
                <a:cs typeface="Calibri" pitchFamily="34" charset="-120"/>
              </a:rPr>
              <a:t>Built with Python  ·  tkinter  ·  Siemens LLM API  ·  Matplotlib  ·  pandas</a:t>
            </a:r>
            <a:endParaRPr lang="en-US" sz="1400" dirty="0">
              <a:solidFill>
                <a:prstClr val="black"/>
              </a:solidFill>
              <a:latin typeface="Calibri" panose="020F0502020204030204"/>
            </a:endParaRPr>
          </a:p>
        </p:txBody>
      </p:sp>
      <p:sp>
        <p:nvSpPr>
          <p:cNvPr id="12" name="Shape 10"/>
          <p:cNvSpPr/>
          <p:nvPr/>
        </p:nvSpPr>
        <p:spPr>
          <a:xfrm>
            <a:off x="10668000" y="792480"/>
            <a:ext cx="1097280" cy="633984"/>
          </a:xfrm>
          <a:prstGeom prst="rect">
            <a:avLst/>
          </a:prstGeom>
          <a:solidFill>
            <a:srgbClr val="0A8A7E">
              <a:alpha val="65000"/>
            </a:srgbClr>
          </a:solidFill>
          <a:ln w="12700">
            <a:solidFill>
              <a:srgbClr val="0A8A7E"/>
            </a:solidFill>
            <a:prstDash val="solid"/>
          </a:ln>
        </p:spPr>
      </p:sp>
      <p:sp>
        <p:nvSpPr>
          <p:cNvPr id="13" name="Text 11"/>
          <p:cNvSpPr/>
          <p:nvPr/>
        </p:nvSpPr>
        <p:spPr>
          <a:xfrm>
            <a:off x="10668000" y="792480"/>
            <a:ext cx="1097280" cy="633984"/>
          </a:xfrm>
          <a:prstGeom prst="rect">
            <a:avLst/>
          </a:prstGeom>
          <a:noFill/>
          <a:ln/>
        </p:spPr>
        <p:txBody>
          <a:bodyPr wrap="square" lIns="0" tIns="0" rIns="0" bIns="0" rtlCol="0" anchor="ctr"/>
          <a:lstStyle/>
          <a:p>
            <a:pPr algn="ctr" defTabSz="1219170"/>
            <a:r>
              <a:rPr lang="en-US" sz="1133" b="1" dirty="0">
                <a:solidFill>
                  <a:srgbClr val="FFFFFF"/>
                </a:solidFill>
                <a:latin typeface="Calibri" pitchFamily="34" charset="0"/>
                <a:ea typeface="Calibri" pitchFamily="34" charset="-122"/>
                <a:cs typeface="Calibri" pitchFamily="34" charset="-120"/>
              </a:rPr>
              <a:t>Python</a:t>
            </a:r>
            <a:endParaRPr lang="en-US" sz="1133" dirty="0">
              <a:solidFill>
                <a:prstClr val="black"/>
              </a:solidFill>
              <a:latin typeface="Calibri" panose="020F0502020204030204"/>
            </a:endParaRPr>
          </a:p>
        </p:txBody>
      </p:sp>
      <p:sp>
        <p:nvSpPr>
          <p:cNvPr id="14" name="Shape 12"/>
          <p:cNvSpPr/>
          <p:nvPr/>
        </p:nvSpPr>
        <p:spPr>
          <a:xfrm>
            <a:off x="10668000" y="1865376"/>
            <a:ext cx="1097280" cy="633984"/>
          </a:xfrm>
          <a:prstGeom prst="rect">
            <a:avLst/>
          </a:prstGeom>
          <a:solidFill>
            <a:srgbClr val="0A8A7E">
              <a:alpha val="65000"/>
            </a:srgbClr>
          </a:solidFill>
          <a:ln w="12700">
            <a:solidFill>
              <a:srgbClr val="0A8A7E"/>
            </a:solidFill>
            <a:prstDash val="solid"/>
          </a:ln>
        </p:spPr>
      </p:sp>
      <p:sp>
        <p:nvSpPr>
          <p:cNvPr id="15" name="Text 13"/>
          <p:cNvSpPr/>
          <p:nvPr/>
        </p:nvSpPr>
        <p:spPr>
          <a:xfrm>
            <a:off x="10668000" y="1865376"/>
            <a:ext cx="1097280" cy="633984"/>
          </a:xfrm>
          <a:prstGeom prst="rect">
            <a:avLst/>
          </a:prstGeom>
          <a:noFill/>
          <a:ln/>
        </p:spPr>
        <p:txBody>
          <a:bodyPr wrap="square" lIns="0" tIns="0" rIns="0" bIns="0" rtlCol="0" anchor="ctr"/>
          <a:lstStyle/>
          <a:p>
            <a:pPr algn="ctr" defTabSz="1219170"/>
            <a:r>
              <a:rPr lang="en-US" sz="1133" b="1" dirty="0">
                <a:solidFill>
                  <a:srgbClr val="FFFFFF"/>
                </a:solidFill>
                <a:latin typeface="Calibri" pitchFamily="34" charset="0"/>
                <a:ea typeface="Calibri" pitchFamily="34" charset="-122"/>
                <a:cs typeface="Calibri" pitchFamily="34" charset="-120"/>
              </a:rPr>
              <a:t>tkinter</a:t>
            </a:r>
            <a:endParaRPr lang="en-US" sz="1133" dirty="0">
              <a:solidFill>
                <a:prstClr val="black"/>
              </a:solidFill>
              <a:latin typeface="Calibri" panose="020F0502020204030204"/>
            </a:endParaRPr>
          </a:p>
        </p:txBody>
      </p:sp>
      <p:sp>
        <p:nvSpPr>
          <p:cNvPr id="16" name="Shape 14"/>
          <p:cNvSpPr/>
          <p:nvPr/>
        </p:nvSpPr>
        <p:spPr>
          <a:xfrm>
            <a:off x="10668000" y="2938272"/>
            <a:ext cx="1097280" cy="633984"/>
          </a:xfrm>
          <a:prstGeom prst="rect">
            <a:avLst/>
          </a:prstGeom>
          <a:solidFill>
            <a:srgbClr val="0A8A7E">
              <a:alpha val="65000"/>
            </a:srgbClr>
          </a:solidFill>
          <a:ln w="12700">
            <a:solidFill>
              <a:srgbClr val="0A8A7E"/>
            </a:solidFill>
            <a:prstDash val="solid"/>
          </a:ln>
        </p:spPr>
      </p:sp>
      <p:sp>
        <p:nvSpPr>
          <p:cNvPr id="17" name="Text 15"/>
          <p:cNvSpPr/>
          <p:nvPr/>
        </p:nvSpPr>
        <p:spPr>
          <a:xfrm>
            <a:off x="10668000" y="2938272"/>
            <a:ext cx="1097280" cy="633984"/>
          </a:xfrm>
          <a:prstGeom prst="rect">
            <a:avLst/>
          </a:prstGeom>
          <a:noFill/>
          <a:ln/>
        </p:spPr>
        <p:txBody>
          <a:bodyPr wrap="square" lIns="0" tIns="0" rIns="0" bIns="0" rtlCol="0" anchor="ctr"/>
          <a:lstStyle/>
          <a:p>
            <a:pPr algn="ctr" defTabSz="1219170"/>
            <a:r>
              <a:rPr lang="en-US" sz="1133" b="1" dirty="0">
                <a:solidFill>
                  <a:srgbClr val="FFFFFF"/>
                </a:solidFill>
                <a:latin typeface="Calibri" pitchFamily="34" charset="0"/>
                <a:ea typeface="Calibri" pitchFamily="34" charset="-122"/>
                <a:cs typeface="Calibri" pitchFamily="34" charset="-120"/>
              </a:rPr>
              <a:t>LLM / AI</a:t>
            </a:r>
            <a:endParaRPr lang="en-US" sz="1133" dirty="0">
              <a:solidFill>
                <a:prstClr val="black"/>
              </a:solidFill>
              <a:latin typeface="Calibri" panose="020F0502020204030204"/>
            </a:endParaRPr>
          </a:p>
        </p:txBody>
      </p:sp>
      <p:sp>
        <p:nvSpPr>
          <p:cNvPr id="18" name="Shape 16"/>
          <p:cNvSpPr/>
          <p:nvPr/>
        </p:nvSpPr>
        <p:spPr>
          <a:xfrm>
            <a:off x="10668000" y="4011168"/>
            <a:ext cx="1097280" cy="633984"/>
          </a:xfrm>
          <a:prstGeom prst="rect">
            <a:avLst/>
          </a:prstGeom>
          <a:solidFill>
            <a:srgbClr val="0A8A7E">
              <a:alpha val="65000"/>
            </a:srgbClr>
          </a:solidFill>
          <a:ln w="12700">
            <a:solidFill>
              <a:srgbClr val="0A8A7E"/>
            </a:solidFill>
            <a:prstDash val="solid"/>
          </a:ln>
        </p:spPr>
      </p:sp>
      <p:sp>
        <p:nvSpPr>
          <p:cNvPr id="19" name="Text 17"/>
          <p:cNvSpPr/>
          <p:nvPr/>
        </p:nvSpPr>
        <p:spPr>
          <a:xfrm>
            <a:off x="10668000" y="4011168"/>
            <a:ext cx="1097280" cy="633984"/>
          </a:xfrm>
          <a:prstGeom prst="rect">
            <a:avLst/>
          </a:prstGeom>
          <a:noFill/>
          <a:ln/>
        </p:spPr>
        <p:txBody>
          <a:bodyPr wrap="square" lIns="0" tIns="0" rIns="0" bIns="0" rtlCol="0" anchor="ctr"/>
          <a:lstStyle/>
          <a:p>
            <a:pPr algn="ctr" defTabSz="1219170"/>
            <a:r>
              <a:rPr lang="en-US" sz="1133" b="1" dirty="0">
                <a:solidFill>
                  <a:srgbClr val="FFFFFF"/>
                </a:solidFill>
                <a:latin typeface="Calibri" pitchFamily="34" charset="0"/>
                <a:ea typeface="Calibri" pitchFamily="34" charset="-122"/>
                <a:cs typeface="Calibri" pitchFamily="34" charset="-120"/>
              </a:rPr>
              <a:t>XML</a:t>
            </a:r>
            <a:endParaRPr lang="en-US" sz="1133" dirty="0">
              <a:solidFill>
                <a:prstClr val="black"/>
              </a:solidFill>
              <a:latin typeface="Calibri" panose="020F0502020204030204"/>
            </a:endParaRPr>
          </a:p>
        </p:txBody>
      </p:sp>
      <p:sp>
        <p:nvSpPr>
          <p:cNvPr id="20" name="Shape 18"/>
          <p:cNvSpPr/>
          <p:nvPr/>
        </p:nvSpPr>
        <p:spPr>
          <a:xfrm>
            <a:off x="10668000" y="5084064"/>
            <a:ext cx="1097280" cy="633984"/>
          </a:xfrm>
          <a:prstGeom prst="rect">
            <a:avLst/>
          </a:prstGeom>
          <a:solidFill>
            <a:srgbClr val="0A8A7E">
              <a:alpha val="65000"/>
            </a:srgbClr>
          </a:solidFill>
          <a:ln w="12700">
            <a:solidFill>
              <a:srgbClr val="0A8A7E"/>
            </a:solidFill>
            <a:prstDash val="solid"/>
          </a:ln>
        </p:spPr>
      </p:sp>
      <p:sp>
        <p:nvSpPr>
          <p:cNvPr id="21" name="Text 19"/>
          <p:cNvSpPr/>
          <p:nvPr/>
        </p:nvSpPr>
        <p:spPr>
          <a:xfrm>
            <a:off x="10668000" y="5084064"/>
            <a:ext cx="1097280" cy="633984"/>
          </a:xfrm>
          <a:prstGeom prst="rect">
            <a:avLst/>
          </a:prstGeom>
          <a:noFill/>
          <a:ln/>
        </p:spPr>
        <p:txBody>
          <a:bodyPr wrap="square" lIns="0" tIns="0" rIns="0" bIns="0" rtlCol="0" anchor="ctr"/>
          <a:lstStyle/>
          <a:p>
            <a:pPr algn="ctr" defTabSz="1219170"/>
            <a:r>
              <a:rPr lang="en-US" sz="1133" b="1" dirty="0">
                <a:solidFill>
                  <a:srgbClr val="FFFFFF"/>
                </a:solidFill>
                <a:latin typeface="Calibri" pitchFamily="34" charset="0"/>
                <a:ea typeface="Calibri" pitchFamily="34" charset="-122"/>
                <a:cs typeface="Calibri" pitchFamily="34" charset="-120"/>
              </a:rPr>
              <a:t>Excel</a:t>
            </a:r>
            <a:endParaRPr lang="en-US" sz="1133" dirty="0">
              <a:solidFill>
                <a:prstClr val="black"/>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Project Overview</a:t>
            </a:r>
            <a:endParaRPr lang="en-US" sz="2933" dirty="0">
              <a:solidFill>
                <a:prstClr val="black"/>
              </a:solidFill>
              <a:latin typeface="Calibri" panose="020F0502020204030204"/>
            </a:endParaRPr>
          </a:p>
        </p:txBody>
      </p:sp>
      <p:sp>
        <p:nvSpPr>
          <p:cNvPr id="4" name="Shape 2"/>
          <p:cNvSpPr/>
          <p:nvPr/>
        </p:nvSpPr>
        <p:spPr>
          <a:xfrm>
            <a:off x="426720" y="1072896"/>
            <a:ext cx="2560320" cy="1584960"/>
          </a:xfrm>
          <a:prstGeom prst="rect">
            <a:avLst/>
          </a:prstGeom>
          <a:solidFill>
            <a:srgbClr val="0A8A7E"/>
          </a:solidFill>
          <a:ln w="12700">
            <a:solidFill>
              <a:srgbClr val="0A8A7E"/>
            </a:solidFill>
            <a:prstDash val="solid"/>
          </a:ln>
          <a:effectLst>
            <a:outerShdw blurRad="101600" dist="38100" dir="8100000" algn="bl" rotWithShape="0">
              <a:srgbClr val="000000">
                <a:alpha val="18000"/>
              </a:srgbClr>
            </a:outerShdw>
          </a:effectLst>
        </p:spPr>
      </p:sp>
      <p:sp>
        <p:nvSpPr>
          <p:cNvPr id="5" name="Text 3"/>
          <p:cNvSpPr/>
          <p:nvPr/>
        </p:nvSpPr>
        <p:spPr>
          <a:xfrm>
            <a:off x="426720" y="1072896"/>
            <a:ext cx="2560320" cy="877824"/>
          </a:xfrm>
          <a:prstGeom prst="rect">
            <a:avLst/>
          </a:prstGeom>
          <a:noFill/>
          <a:ln/>
        </p:spPr>
        <p:txBody>
          <a:bodyPr wrap="square" lIns="0" tIns="0" rIns="0" bIns="0" rtlCol="0" anchor="ctr"/>
          <a:lstStyle/>
          <a:p>
            <a:pPr algn="ctr" defTabSz="1219170"/>
            <a:r>
              <a:rPr lang="en-US" sz="4267" b="1" dirty="0">
                <a:solidFill>
                  <a:srgbClr val="FFFFFF"/>
                </a:solidFill>
                <a:latin typeface="Calibri" pitchFamily="34" charset="0"/>
                <a:ea typeface="Calibri" pitchFamily="34" charset="-122"/>
                <a:cs typeface="Calibri" pitchFamily="34" charset="-120"/>
              </a:rPr>
              <a:t>6+</a:t>
            </a:r>
            <a:endParaRPr lang="en-US" sz="4267" dirty="0">
              <a:solidFill>
                <a:prstClr val="black"/>
              </a:solidFill>
              <a:latin typeface="Calibri" panose="020F0502020204030204"/>
            </a:endParaRPr>
          </a:p>
        </p:txBody>
      </p:sp>
      <p:sp>
        <p:nvSpPr>
          <p:cNvPr id="6" name="Text 4"/>
          <p:cNvSpPr/>
          <p:nvPr/>
        </p:nvSpPr>
        <p:spPr>
          <a:xfrm>
            <a:off x="426720" y="1889760"/>
            <a:ext cx="2560320" cy="792480"/>
          </a:xfrm>
          <a:prstGeom prst="rect">
            <a:avLst/>
          </a:prstGeom>
          <a:noFill/>
          <a:ln/>
        </p:spPr>
        <p:txBody>
          <a:bodyPr wrap="square" lIns="0" tIns="0" rIns="0" bIns="0" rtlCol="0" anchor="t"/>
          <a:lstStyle/>
          <a:p>
            <a:pPr algn="ctr" defTabSz="1219170"/>
            <a:r>
              <a:rPr lang="en-US" sz="1333" dirty="0">
                <a:solidFill>
                  <a:srgbClr val="FFFFFF"/>
                </a:solidFill>
                <a:latin typeface="Calibri" pitchFamily="34" charset="0"/>
                <a:ea typeface="Calibri" pitchFamily="34" charset="-122"/>
                <a:cs typeface="Calibri" pitchFamily="34" charset="-120"/>
              </a:rPr>
              <a:t>Core</a:t>
            </a:r>
            <a:endParaRPr lang="en-US" sz="1333" dirty="0">
              <a:solidFill>
                <a:prstClr val="black"/>
              </a:solidFill>
              <a:latin typeface="Calibri" panose="020F0502020204030204"/>
            </a:endParaRPr>
          </a:p>
          <a:p>
            <a:pPr algn="ctr" defTabSz="1219170"/>
            <a:r>
              <a:rPr lang="en-US" sz="1333" dirty="0">
                <a:solidFill>
                  <a:srgbClr val="FFFFFF"/>
                </a:solidFill>
                <a:latin typeface="Calibri" pitchFamily="34" charset="0"/>
                <a:ea typeface="Calibri" pitchFamily="34" charset="-122"/>
                <a:cs typeface="Calibri" pitchFamily="34" charset="-120"/>
              </a:rPr>
              <a:t>Features</a:t>
            </a:r>
            <a:endParaRPr lang="en-US" sz="1333" dirty="0">
              <a:solidFill>
                <a:prstClr val="black"/>
              </a:solidFill>
              <a:latin typeface="Calibri" panose="020F0502020204030204"/>
            </a:endParaRPr>
          </a:p>
        </p:txBody>
      </p:sp>
      <p:sp>
        <p:nvSpPr>
          <p:cNvPr id="7" name="Shape 5"/>
          <p:cNvSpPr/>
          <p:nvPr/>
        </p:nvSpPr>
        <p:spPr>
          <a:xfrm>
            <a:off x="3291840" y="1072896"/>
            <a:ext cx="2560320" cy="1584960"/>
          </a:xfrm>
          <a:prstGeom prst="rect">
            <a:avLst/>
          </a:prstGeom>
          <a:solidFill>
            <a:srgbClr val="1A2445"/>
          </a:solidFill>
          <a:ln w="12700">
            <a:solidFill>
              <a:srgbClr val="1A2445"/>
            </a:solidFill>
            <a:prstDash val="solid"/>
          </a:ln>
          <a:effectLst>
            <a:outerShdw blurRad="101600" dist="38100" dir="8100000" algn="bl" rotWithShape="0">
              <a:srgbClr val="000000">
                <a:alpha val="18000"/>
              </a:srgbClr>
            </a:outerShdw>
          </a:effectLst>
        </p:spPr>
      </p:sp>
      <p:sp>
        <p:nvSpPr>
          <p:cNvPr id="8" name="Text 6"/>
          <p:cNvSpPr/>
          <p:nvPr/>
        </p:nvSpPr>
        <p:spPr>
          <a:xfrm>
            <a:off x="3291840" y="1072896"/>
            <a:ext cx="2560320" cy="877824"/>
          </a:xfrm>
          <a:prstGeom prst="rect">
            <a:avLst/>
          </a:prstGeom>
          <a:noFill/>
          <a:ln/>
        </p:spPr>
        <p:txBody>
          <a:bodyPr wrap="square" lIns="0" tIns="0" rIns="0" bIns="0" rtlCol="0" anchor="ctr"/>
          <a:lstStyle/>
          <a:p>
            <a:pPr algn="ctr" defTabSz="1219170"/>
            <a:r>
              <a:rPr lang="en-US" sz="4267" b="1" dirty="0">
                <a:solidFill>
                  <a:srgbClr val="FFFFFF"/>
                </a:solidFill>
                <a:latin typeface="Calibri" pitchFamily="34" charset="0"/>
                <a:ea typeface="Calibri" pitchFamily="34" charset="-122"/>
                <a:cs typeface="Calibri" pitchFamily="34" charset="-120"/>
              </a:rPr>
              <a:t>AI</a:t>
            </a:r>
            <a:endParaRPr lang="en-US" sz="4267" dirty="0">
              <a:solidFill>
                <a:prstClr val="black"/>
              </a:solidFill>
              <a:latin typeface="Calibri" panose="020F0502020204030204"/>
            </a:endParaRPr>
          </a:p>
        </p:txBody>
      </p:sp>
      <p:sp>
        <p:nvSpPr>
          <p:cNvPr id="9" name="Text 7"/>
          <p:cNvSpPr/>
          <p:nvPr/>
        </p:nvSpPr>
        <p:spPr>
          <a:xfrm>
            <a:off x="3291840" y="1889760"/>
            <a:ext cx="2560320" cy="792480"/>
          </a:xfrm>
          <a:prstGeom prst="rect">
            <a:avLst/>
          </a:prstGeom>
          <a:noFill/>
          <a:ln/>
        </p:spPr>
        <p:txBody>
          <a:bodyPr wrap="square" lIns="0" tIns="0" rIns="0" bIns="0" rtlCol="0" anchor="t"/>
          <a:lstStyle/>
          <a:p>
            <a:pPr algn="ctr" defTabSz="1219170"/>
            <a:r>
              <a:rPr lang="en-US" sz="1333" dirty="0">
                <a:solidFill>
                  <a:srgbClr val="FFFFFF"/>
                </a:solidFill>
                <a:latin typeface="Calibri" pitchFamily="34" charset="0"/>
                <a:ea typeface="Calibri" pitchFamily="34" charset="-122"/>
                <a:cs typeface="Calibri" pitchFamily="34" charset="-120"/>
              </a:rPr>
              <a:t>LLM</a:t>
            </a:r>
            <a:endParaRPr lang="en-US" sz="1333" dirty="0">
              <a:solidFill>
                <a:prstClr val="black"/>
              </a:solidFill>
              <a:latin typeface="Calibri" panose="020F0502020204030204"/>
            </a:endParaRPr>
          </a:p>
          <a:p>
            <a:pPr algn="ctr" defTabSz="1219170"/>
            <a:r>
              <a:rPr lang="en-US" sz="1333" dirty="0">
                <a:solidFill>
                  <a:srgbClr val="FFFFFF"/>
                </a:solidFill>
                <a:latin typeface="Calibri" pitchFamily="34" charset="0"/>
                <a:ea typeface="Calibri" pitchFamily="34" charset="-122"/>
                <a:cs typeface="Calibri" pitchFamily="34" charset="-120"/>
              </a:rPr>
              <a:t>Integration</a:t>
            </a:r>
            <a:endParaRPr lang="en-US" sz="1333" dirty="0">
              <a:solidFill>
                <a:prstClr val="black"/>
              </a:solidFill>
              <a:latin typeface="Calibri" panose="020F0502020204030204"/>
            </a:endParaRPr>
          </a:p>
        </p:txBody>
      </p:sp>
      <p:sp>
        <p:nvSpPr>
          <p:cNvPr id="10" name="Shape 8"/>
          <p:cNvSpPr/>
          <p:nvPr/>
        </p:nvSpPr>
        <p:spPr>
          <a:xfrm>
            <a:off x="6156960" y="1072896"/>
            <a:ext cx="2560320" cy="1584960"/>
          </a:xfrm>
          <a:prstGeom prst="rect">
            <a:avLst/>
          </a:prstGeom>
          <a:solidFill>
            <a:srgbClr val="E8B84B"/>
          </a:solidFill>
          <a:ln w="12700">
            <a:solidFill>
              <a:srgbClr val="E8B84B"/>
            </a:solidFill>
            <a:prstDash val="solid"/>
          </a:ln>
          <a:effectLst>
            <a:outerShdw blurRad="101600" dist="38100" dir="8100000" algn="bl" rotWithShape="0">
              <a:srgbClr val="000000">
                <a:alpha val="18000"/>
              </a:srgbClr>
            </a:outerShdw>
          </a:effectLst>
        </p:spPr>
      </p:sp>
      <p:sp>
        <p:nvSpPr>
          <p:cNvPr id="11" name="Text 9"/>
          <p:cNvSpPr/>
          <p:nvPr/>
        </p:nvSpPr>
        <p:spPr>
          <a:xfrm>
            <a:off x="6156960" y="1072896"/>
            <a:ext cx="2560320" cy="877824"/>
          </a:xfrm>
          <a:prstGeom prst="rect">
            <a:avLst/>
          </a:prstGeom>
          <a:noFill/>
          <a:ln/>
        </p:spPr>
        <p:txBody>
          <a:bodyPr wrap="square" lIns="0" tIns="0" rIns="0" bIns="0" rtlCol="0" anchor="ctr"/>
          <a:lstStyle/>
          <a:p>
            <a:pPr algn="ctr" defTabSz="1219170"/>
            <a:r>
              <a:rPr lang="en-US" sz="4267" b="1" dirty="0">
                <a:solidFill>
                  <a:srgbClr val="FFFFFF"/>
                </a:solidFill>
                <a:latin typeface="Calibri" pitchFamily="34" charset="0"/>
                <a:ea typeface="Calibri" pitchFamily="34" charset="-122"/>
                <a:cs typeface="Calibri" pitchFamily="34" charset="-120"/>
              </a:rPr>
              <a:t>MT</a:t>
            </a:r>
            <a:endParaRPr lang="en-US" sz="4267" dirty="0">
              <a:solidFill>
                <a:prstClr val="black"/>
              </a:solidFill>
              <a:latin typeface="Calibri" panose="020F0502020204030204"/>
            </a:endParaRPr>
          </a:p>
        </p:txBody>
      </p:sp>
      <p:sp>
        <p:nvSpPr>
          <p:cNvPr id="12" name="Text 10"/>
          <p:cNvSpPr/>
          <p:nvPr/>
        </p:nvSpPr>
        <p:spPr>
          <a:xfrm>
            <a:off x="6156960" y="1889760"/>
            <a:ext cx="2560320" cy="792480"/>
          </a:xfrm>
          <a:prstGeom prst="rect">
            <a:avLst/>
          </a:prstGeom>
          <a:noFill/>
          <a:ln/>
        </p:spPr>
        <p:txBody>
          <a:bodyPr wrap="square" lIns="0" tIns="0" rIns="0" bIns="0" rtlCol="0" anchor="t"/>
          <a:lstStyle/>
          <a:p>
            <a:pPr algn="ctr" defTabSz="1219170"/>
            <a:r>
              <a:rPr lang="en-US" sz="1333" dirty="0">
                <a:solidFill>
                  <a:srgbClr val="FFFFFF"/>
                </a:solidFill>
                <a:latin typeface="Calibri" pitchFamily="34" charset="0"/>
                <a:ea typeface="Calibri" pitchFamily="34" charset="-122"/>
                <a:cs typeface="Calibri" pitchFamily="34" charset="-120"/>
              </a:rPr>
              <a:t>Multi-Thread</a:t>
            </a:r>
            <a:endParaRPr lang="en-US" sz="1333" dirty="0">
              <a:solidFill>
                <a:prstClr val="black"/>
              </a:solidFill>
              <a:latin typeface="Calibri" panose="020F0502020204030204"/>
            </a:endParaRPr>
          </a:p>
          <a:p>
            <a:pPr algn="ctr" defTabSz="1219170"/>
            <a:r>
              <a:rPr lang="en-US" sz="1333" dirty="0">
                <a:solidFill>
                  <a:srgbClr val="FFFFFF"/>
                </a:solidFill>
                <a:latin typeface="Calibri" pitchFamily="34" charset="0"/>
                <a:ea typeface="Calibri" pitchFamily="34" charset="-122"/>
                <a:cs typeface="Calibri" pitchFamily="34" charset="-120"/>
              </a:rPr>
              <a:t>Parsing</a:t>
            </a:r>
            <a:endParaRPr lang="en-US" sz="1333" dirty="0">
              <a:solidFill>
                <a:prstClr val="black"/>
              </a:solidFill>
              <a:latin typeface="Calibri" panose="020F0502020204030204"/>
            </a:endParaRPr>
          </a:p>
        </p:txBody>
      </p:sp>
      <p:sp>
        <p:nvSpPr>
          <p:cNvPr id="13" name="Shape 11"/>
          <p:cNvSpPr/>
          <p:nvPr/>
        </p:nvSpPr>
        <p:spPr>
          <a:xfrm>
            <a:off x="9022080" y="1072896"/>
            <a:ext cx="2560320" cy="1584960"/>
          </a:xfrm>
          <a:prstGeom prst="rect">
            <a:avLst/>
          </a:prstGeom>
          <a:solidFill>
            <a:srgbClr val="6C5CE7"/>
          </a:solidFill>
          <a:ln w="12700">
            <a:solidFill>
              <a:srgbClr val="6C5CE7"/>
            </a:solidFill>
            <a:prstDash val="solid"/>
          </a:ln>
          <a:effectLst>
            <a:outerShdw blurRad="101600" dist="38100" dir="8100000" algn="bl" rotWithShape="0">
              <a:srgbClr val="000000">
                <a:alpha val="18000"/>
              </a:srgbClr>
            </a:outerShdw>
          </a:effectLst>
        </p:spPr>
      </p:sp>
      <p:sp>
        <p:nvSpPr>
          <p:cNvPr id="14" name="Text 12"/>
          <p:cNvSpPr/>
          <p:nvPr/>
        </p:nvSpPr>
        <p:spPr>
          <a:xfrm>
            <a:off x="9022080" y="1072896"/>
            <a:ext cx="2560320" cy="877824"/>
          </a:xfrm>
          <a:prstGeom prst="rect">
            <a:avLst/>
          </a:prstGeom>
          <a:noFill/>
          <a:ln/>
        </p:spPr>
        <p:txBody>
          <a:bodyPr wrap="square" lIns="0" tIns="0" rIns="0" bIns="0" rtlCol="0" anchor="ctr"/>
          <a:lstStyle/>
          <a:p>
            <a:pPr algn="ctr" defTabSz="1219170"/>
            <a:r>
              <a:rPr lang="en-US" sz="4267" b="1" dirty="0">
                <a:solidFill>
                  <a:srgbClr val="FFFFFF"/>
                </a:solidFill>
                <a:latin typeface="Calibri" pitchFamily="34" charset="0"/>
                <a:ea typeface="Calibri" pitchFamily="34" charset="-122"/>
                <a:cs typeface="Calibri" pitchFamily="34" charset="-120"/>
              </a:rPr>
              <a:t>XML</a:t>
            </a:r>
            <a:endParaRPr lang="en-US" sz="4267" dirty="0">
              <a:solidFill>
                <a:prstClr val="black"/>
              </a:solidFill>
              <a:latin typeface="Calibri" panose="020F0502020204030204"/>
            </a:endParaRPr>
          </a:p>
        </p:txBody>
      </p:sp>
      <p:sp>
        <p:nvSpPr>
          <p:cNvPr id="15" name="Text 13"/>
          <p:cNvSpPr/>
          <p:nvPr/>
        </p:nvSpPr>
        <p:spPr>
          <a:xfrm>
            <a:off x="9022080" y="1889760"/>
            <a:ext cx="2560320" cy="792480"/>
          </a:xfrm>
          <a:prstGeom prst="rect">
            <a:avLst/>
          </a:prstGeom>
          <a:noFill/>
          <a:ln/>
        </p:spPr>
        <p:txBody>
          <a:bodyPr wrap="square" lIns="0" tIns="0" rIns="0" bIns="0" rtlCol="0" anchor="t"/>
          <a:lstStyle/>
          <a:p>
            <a:pPr algn="ctr" defTabSz="1219170"/>
            <a:r>
              <a:rPr lang="en-US" sz="1333" dirty="0">
                <a:solidFill>
                  <a:srgbClr val="FFFFFF"/>
                </a:solidFill>
                <a:latin typeface="Calibri" pitchFamily="34" charset="0"/>
                <a:ea typeface="Calibri" pitchFamily="34" charset="-122"/>
                <a:cs typeface="Calibri" pitchFamily="34" charset="-120"/>
              </a:rPr>
              <a:t>Performance</a:t>
            </a:r>
            <a:endParaRPr lang="en-US" sz="1333" dirty="0">
              <a:solidFill>
                <a:prstClr val="black"/>
              </a:solidFill>
              <a:latin typeface="Calibri" panose="020F0502020204030204"/>
            </a:endParaRPr>
          </a:p>
          <a:p>
            <a:pPr algn="ctr" defTabSz="1219170"/>
            <a:r>
              <a:rPr lang="en-US" sz="1333" dirty="0">
                <a:solidFill>
                  <a:srgbClr val="FFFFFF"/>
                </a:solidFill>
                <a:latin typeface="Calibri" pitchFamily="34" charset="0"/>
                <a:ea typeface="Calibri" pitchFamily="34" charset="-122"/>
                <a:cs typeface="Calibri" pitchFamily="34" charset="-120"/>
              </a:rPr>
              <a:t>Analysis</a:t>
            </a:r>
            <a:endParaRPr lang="en-US" sz="1333" dirty="0">
              <a:solidFill>
                <a:prstClr val="black"/>
              </a:solidFill>
              <a:latin typeface="Calibri" panose="020F0502020204030204"/>
            </a:endParaRPr>
          </a:p>
        </p:txBody>
      </p:sp>
      <p:sp>
        <p:nvSpPr>
          <p:cNvPr id="16" name="Text 14"/>
          <p:cNvSpPr/>
          <p:nvPr/>
        </p:nvSpPr>
        <p:spPr>
          <a:xfrm>
            <a:off x="426720" y="2865120"/>
            <a:ext cx="11338560" cy="463296"/>
          </a:xfrm>
          <a:prstGeom prst="rect">
            <a:avLst/>
          </a:prstGeom>
          <a:noFill/>
          <a:ln/>
        </p:spPr>
        <p:txBody>
          <a:bodyPr wrap="square" lIns="0" tIns="0" rIns="0" bIns="0" rtlCol="0" anchor="ctr"/>
          <a:lstStyle/>
          <a:p>
            <a:pPr defTabSz="1219170"/>
            <a:r>
              <a:rPr lang="en-US" sz="2000" b="1" dirty="0">
                <a:solidFill>
                  <a:srgbClr val="1A2445"/>
                </a:solidFill>
                <a:latin typeface="Calibri" pitchFamily="34" charset="0"/>
                <a:ea typeface="Calibri" pitchFamily="34" charset="-122"/>
                <a:cs typeface="Calibri" pitchFamily="34" charset="-120"/>
              </a:rPr>
              <a:t>What is Log Parser Ultimate?</a:t>
            </a:r>
            <a:endParaRPr lang="en-US" sz="2000" dirty="0">
              <a:solidFill>
                <a:prstClr val="black"/>
              </a:solidFill>
              <a:latin typeface="Calibri" panose="020F0502020204030204"/>
            </a:endParaRPr>
          </a:p>
        </p:txBody>
      </p:sp>
      <p:sp>
        <p:nvSpPr>
          <p:cNvPr id="17" name="Shape 15"/>
          <p:cNvSpPr/>
          <p:nvPr/>
        </p:nvSpPr>
        <p:spPr>
          <a:xfrm>
            <a:off x="426720" y="3389376"/>
            <a:ext cx="11338560" cy="310896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8" name="Shape 16"/>
          <p:cNvSpPr/>
          <p:nvPr/>
        </p:nvSpPr>
        <p:spPr>
          <a:xfrm>
            <a:off x="426720" y="3389376"/>
            <a:ext cx="85344" cy="3108960"/>
          </a:xfrm>
          <a:prstGeom prst="rect">
            <a:avLst/>
          </a:prstGeom>
          <a:solidFill>
            <a:srgbClr val="0A8A7E"/>
          </a:solidFill>
          <a:ln w="12700">
            <a:solidFill>
              <a:srgbClr val="0A8A7E"/>
            </a:solidFill>
            <a:prstDash val="solid"/>
          </a:ln>
        </p:spPr>
      </p:sp>
      <p:sp>
        <p:nvSpPr>
          <p:cNvPr id="19" name="Text 17"/>
          <p:cNvSpPr/>
          <p:nvPr/>
        </p:nvSpPr>
        <p:spPr>
          <a:xfrm>
            <a:off x="670560" y="3511296"/>
            <a:ext cx="10850880" cy="2804160"/>
          </a:xfrm>
          <a:prstGeom prst="rect">
            <a:avLst/>
          </a:prstGeom>
          <a:noFill/>
          <a:ln/>
        </p:spPr>
        <p:txBody>
          <a:bodyPr wrap="square" rtlCol="0" anchor="t"/>
          <a:lstStyle/>
          <a:p>
            <a:pPr marL="457189" indent="-457189" defTabSz="1219170">
              <a:spcAft>
                <a:spcPts val="400"/>
              </a:spcAft>
              <a:buSzPct val="100000"/>
              <a:buFontTx/>
              <a:buChar char="●"/>
            </a:pPr>
            <a:r>
              <a:rPr lang="en-US" sz="1733" dirty="0">
                <a:solidFill>
                  <a:srgbClr val="1A2445"/>
                </a:solidFill>
                <a:latin typeface="Calibri" pitchFamily="34" charset="0"/>
                <a:ea typeface="Calibri" pitchFamily="34" charset="-122"/>
                <a:cs typeface="Calibri" pitchFamily="34" charset="-120"/>
              </a:rPr>
              <a:t>A desktop application built in Python (tkinter) designed to help engineers visualize, navigate, and analyze large transaction log files from Siemens server systems.</a:t>
            </a:r>
            <a:endParaRPr lang="en-US" sz="1733" dirty="0">
              <a:solidFill>
                <a:prstClr val="black"/>
              </a:solidFill>
              <a:latin typeface="Calibri" panose="020F0502020204030204"/>
            </a:endParaRPr>
          </a:p>
          <a:p>
            <a:pPr marL="457189" indent="-457189" defTabSz="1219170">
              <a:spcAft>
                <a:spcPts val="400"/>
              </a:spcAft>
              <a:buSzPct val="100000"/>
              <a:buFontTx/>
              <a:buChar char="●"/>
            </a:pPr>
            <a:r>
              <a:rPr lang="en-US" sz="1733" dirty="0">
                <a:solidFill>
                  <a:srgbClr val="1A2445"/>
                </a:solidFill>
                <a:latin typeface="Calibri" pitchFamily="34" charset="0"/>
                <a:ea typeface="Calibri" pitchFamily="34" charset="-122"/>
                <a:cs typeface="Calibri" pitchFamily="34" charset="-120"/>
              </a:rPr>
              <a:t>Addresses the core pain point that raw logs are thousands of lines long and human-unreadable — the tool structures them into hierarchical trees, charts, and AI-powered explanations.</a:t>
            </a:r>
            <a:endParaRPr lang="en-US" sz="1733" dirty="0">
              <a:solidFill>
                <a:prstClr val="black"/>
              </a:solidFill>
              <a:latin typeface="Calibri" panose="020F0502020204030204"/>
            </a:endParaRPr>
          </a:p>
          <a:p>
            <a:pPr marL="457189" indent="-457189" defTabSz="1219170">
              <a:spcAft>
                <a:spcPts val="400"/>
              </a:spcAft>
              <a:buSzPct val="100000"/>
              <a:buFontTx/>
              <a:buChar char="●"/>
            </a:pPr>
            <a:r>
              <a:rPr lang="en-US" sz="1733" dirty="0">
                <a:solidFill>
                  <a:srgbClr val="1A2445"/>
                </a:solidFill>
                <a:latin typeface="Calibri" pitchFamily="34" charset="0"/>
                <a:ea typeface="Calibri" pitchFamily="34" charset="-122"/>
                <a:cs typeface="Calibri" pitchFamily="34" charset="-120"/>
              </a:rPr>
              <a:t>Integrates directly with the Siemens LLM API (Mistral-7B) for natural-language Q&amp;A on any selected log segment.</a:t>
            </a:r>
            <a:endParaRPr lang="en-US" sz="1733" dirty="0">
              <a:solidFill>
                <a:prstClr val="black"/>
              </a:solidFill>
              <a:latin typeface="Calibri" panose="020F0502020204030204"/>
            </a:endParaRPr>
          </a:p>
          <a:p>
            <a:pPr marL="457189" indent="-457189" defTabSz="1219170">
              <a:spcAft>
                <a:spcPts val="400"/>
              </a:spcAft>
              <a:buSzPct val="100000"/>
              <a:buFontTx/>
              <a:buChar char="●"/>
            </a:pPr>
            <a:r>
              <a:rPr lang="en-US" sz="1733" dirty="0">
                <a:solidFill>
                  <a:srgbClr val="1A2445"/>
                </a:solidFill>
                <a:latin typeface="Calibri" pitchFamily="34" charset="0"/>
                <a:ea typeface="Calibri" pitchFamily="34" charset="-122"/>
                <a:cs typeface="Calibri" pitchFamily="34" charset="-120"/>
              </a:rPr>
              <a:t>Supports .log, .txt, and .xml file formats with automatic encoding detection via chardet.</a:t>
            </a:r>
            <a:endParaRPr lang="en-US" sz="1733" dirty="0">
              <a:solidFill>
                <a:prstClr val="black"/>
              </a:solidFill>
              <a:latin typeface="Calibri" panose="020F0502020204030204"/>
            </a:endParaRPr>
          </a:p>
          <a:p>
            <a:pPr marL="457189" indent="-457189" defTabSz="1219170">
              <a:spcAft>
                <a:spcPts val="400"/>
              </a:spcAft>
              <a:buSzPct val="100000"/>
              <a:buFontTx/>
              <a:buChar char="●"/>
            </a:pPr>
            <a:r>
              <a:rPr lang="en-US" sz="1733" dirty="0">
                <a:solidFill>
                  <a:srgbClr val="1A2445"/>
                </a:solidFill>
                <a:latin typeface="Calibri" pitchFamily="34" charset="0"/>
                <a:ea typeface="Calibri" pitchFamily="34" charset="-122"/>
                <a:cs typeface="Calibri" pitchFamily="34" charset="-120"/>
              </a:rPr>
              <a:t>Uses multi-threaded processing to keep the GUI responsive even with files containing millions of lines.</a:t>
            </a:r>
            <a:endParaRPr lang="en-US" sz="1733" dirty="0">
              <a:solidFill>
                <a:prstClr val="black"/>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Architecture &amp; Technology Stack</a:t>
            </a:r>
            <a:endParaRPr lang="en-US" sz="2933" dirty="0">
              <a:solidFill>
                <a:prstClr val="black"/>
              </a:solidFill>
              <a:latin typeface="Calibri" panose="020F0502020204030204"/>
            </a:endParaRPr>
          </a:p>
        </p:txBody>
      </p:sp>
      <p:sp>
        <p:nvSpPr>
          <p:cNvPr id="4" name="Shape 2"/>
          <p:cNvSpPr/>
          <p:nvPr/>
        </p:nvSpPr>
        <p:spPr>
          <a:xfrm>
            <a:off x="426720" y="1097280"/>
            <a:ext cx="1950720" cy="707136"/>
          </a:xfrm>
          <a:prstGeom prst="rect">
            <a:avLst/>
          </a:prstGeom>
          <a:solidFill>
            <a:srgbClr val="0A8A7E"/>
          </a:solidFill>
          <a:ln w="12700">
            <a:solidFill>
              <a:srgbClr val="0A8A7E"/>
            </a:solidFill>
            <a:prstDash val="solid"/>
          </a:ln>
        </p:spPr>
      </p:sp>
      <p:sp>
        <p:nvSpPr>
          <p:cNvPr id="5" name="Text 3"/>
          <p:cNvSpPr/>
          <p:nvPr/>
        </p:nvSpPr>
        <p:spPr>
          <a:xfrm>
            <a:off x="426720" y="1097280"/>
            <a:ext cx="1950720" cy="707136"/>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UI Layer</a:t>
            </a:r>
            <a:endParaRPr lang="en-US" sz="1267" dirty="0">
              <a:solidFill>
                <a:prstClr val="black"/>
              </a:solidFill>
              <a:latin typeface="Calibri" panose="020F0502020204030204"/>
            </a:endParaRPr>
          </a:p>
        </p:txBody>
      </p:sp>
      <p:sp>
        <p:nvSpPr>
          <p:cNvPr id="6" name="Shape 4"/>
          <p:cNvSpPr/>
          <p:nvPr/>
        </p:nvSpPr>
        <p:spPr>
          <a:xfrm>
            <a:off x="2377440" y="1341120"/>
            <a:ext cx="341376" cy="219456"/>
          </a:xfrm>
          <a:prstGeom prst="rect">
            <a:avLst/>
          </a:prstGeom>
          <a:solidFill>
            <a:srgbClr val="0A8A7E"/>
          </a:solidFill>
          <a:ln w="12700">
            <a:solidFill>
              <a:srgbClr val="0A8A7E"/>
            </a:solidFill>
            <a:prstDash val="solid"/>
          </a:ln>
        </p:spPr>
      </p:sp>
      <p:sp>
        <p:nvSpPr>
          <p:cNvPr id="7" name="Shape 5"/>
          <p:cNvSpPr/>
          <p:nvPr/>
        </p:nvSpPr>
        <p:spPr>
          <a:xfrm>
            <a:off x="2718816" y="1097280"/>
            <a:ext cx="6949440" cy="70713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8" name="Shape 6"/>
          <p:cNvSpPr/>
          <p:nvPr/>
        </p:nvSpPr>
        <p:spPr>
          <a:xfrm>
            <a:off x="2718816" y="1097280"/>
            <a:ext cx="85344" cy="707136"/>
          </a:xfrm>
          <a:prstGeom prst="rect">
            <a:avLst/>
          </a:prstGeom>
          <a:solidFill>
            <a:srgbClr val="0A8A7E"/>
          </a:solidFill>
          <a:ln w="12700">
            <a:solidFill>
              <a:srgbClr val="0A8A7E"/>
            </a:solidFill>
            <a:prstDash val="solid"/>
          </a:ln>
        </p:spPr>
      </p:sp>
      <p:sp>
        <p:nvSpPr>
          <p:cNvPr id="9" name="Text 7"/>
          <p:cNvSpPr/>
          <p:nvPr/>
        </p:nvSpPr>
        <p:spPr>
          <a:xfrm>
            <a:off x="2950464" y="1097280"/>
            <a:ext cx="6583680" cy="707136"/>
          </a:xfrm>
          <a:prstGeom prst="rect">
            <a:avLst/>
          </a:prstGeom>
          <a:noFill/>
          <a:ln/>
        </p:spPr>
        <p:txBody>
          <a:bodyPr wrap="square" lIns="0" tIns="0" rIns="0" bIns="0" rtlCol="0" anchor="ctr"/>
          <a:lstStyle/>
          <a:p>
            <a:pPr defTabSz="1219170"/>
            <a:r>
              <a:rPr lang="en-US" sz="1467" dirty="0">
                <a:solidFill>
                  <a:srgbClr val="1A2445"/>
                </a:solidFill>
                <a:latin typeface="Calibri" pitchFamily="34" charset="0"/>
                <a:ea typeface="Calibri" pitchFamily="34" charset="-122"/>
                <a:cs typeface="Calibri" pitchFamily="34" charset="-120"/>
              </a:rPr>
              <a:t>Python tkinter  ·  ttk TreeView  ·  tk.Toplevel</a:t>
            </a:r>
            <a:endParaRPr lang="en-US" sz="1467" dirty="0">
              <a:solidFill>
                <a:prstClr val="black"/>
              </a:solidFill>
              <a:latin typeface="Calibri" panose="020F0502020204030204"/>
            </a:endParaRPr>
          </a:p>
        </p:txBody>
      </p:sp>
      <p:sp>
        <p:nvSpPr>
          <p:cNvPr id="10" name="Shape 8"/>
          <p:cNvSpPr/>
          <p:nvPr/>
        </p:nvSpPr>
        <p:spPr>
          <a:xfrm>
            <a:off x="426720" y="1987296"/>
            <a:ext cx="1950720" cy="707136"/>
          </a:xfrm>
          <a:prstGeom prst="rect">
            <a:avLst/>
          </a:prstGeom>
          <a:solidFill>
            <a:srgbClr val="1A2445"/>
          </a:solidFill>
          <a:ln w="12700">
            <a:solidFill>
              <a:srgbClr val="1A2445"/>
            </a:solidFill>
            <a:prstDash val="solid"/>
          </a:ln>
        </p:spPr>
      </p:sp>
      <p:sp>
        <p:nvSpPr>
          <p:cNvPr id="11" name="Text 9"/>
          <p:cNvSpPr/>
          <p:nvPr/>
        </p:nvSpPr>
        <p:spPr>
          <a:xfrm>
            <a:off x="426720" y="1987296"/>
            <a:ext cx="1950720" cy="707136"/>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Parsing Engine</a:t>
            </a:r>
            <a:endParaRPr lang="en-US" sz="1267" dirty="0">
              <a:solidFill>
                <a:prstClr val="black"/>
              </a:solidFill>
              <a:latin typeface="Calibri" panose="020F0502020204030204"/>
            </a:endParaRPr>
          </a:p>
        </p:txBody>
      </p:sp>
      <p:sp>
        <p:nvSpPr>
          <p:cNvPr id="12" name="Shape 10"/>
          <p:cNvSpPr/>
          <p:nvPr/>
        </p:nvSpPr>
        <p:spPr>
          <a:xfrm>
            <a:off x="2377440" y="2231136"/>
            <a:ext cx="341376" cy="219456"/>
          </a:xfrm>
          <a:prstGeom prst="rect">
            <a:avLst/>
          </a:prstGeom>
          <a:solidFill>
            <a:srgbClr val="1A2445"/>
          </a:solidFill>
          <a:ln w="12700">
            <a:solidFill>
              <a:srgbClr val="1A2445"/>
            </a:solidFill>
            <a:prstDash val="solid"/>
          </a:ln>
        </p:spPr>
      </p:sp>
      <p:sp>
        <p:nvSpPr>
          <p:cNvPr id="13" name="Shape 11"/>
          <p:cNvSpPr/>
          <p:nvPr/>
        </p:nvSpPr>
        <p:spPr>
          <a:xfrm>
            <a:off x="2718816" y="1987296"/>
            <a:ext cx="6949440" cy="70713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4" name="Shape 12"/>
          <p:cNvSpPr/>
          <p:nvPr/>
        </p:nvSpPr>
        <p:spPr>
          <a:xfrm>
            <a:off x="2718816" y="1987296"/>
            <a:ext cx="85344" cy="707136"/>
          </a:xfrm>
          <a:prstGeom prst="rect">
            <a:avLst/>
          </a:prstGeom>
          <a:solidFill>
            <a:srgbClr val="1A2445"/>
          </a:solidFill>
          <a:ln w="12700">
            <a:solidFill>
              <a:srgbClr val="1A2445"/>
            </a:solidFill>
            <a:prstDash val="solid"/>
          </a:ln>
        </p:spPr>
      </p:sp>
      <p:sp>
        <p:nvSpPr>
          <p:cNvPr id="15" name="Text 13"/>
          <p:cNvSpPr/>
          <p:nvPr/>
        </p:nvSpPr>
        <p:spPr>
          <a:xfrm>
            <a:off x="2950464" y="1987296"/>
            <a:ext cx="6583680" cy="707136"/>
          </a:xfrm>
          <a:prstGeom prst="rect">
            <a:avLst/>
          </a:prstGeom>
          <a:noFill/>
          <a:ln/>
        </p:spPr>
        <p:txBody>
          <a:bodyPr wrap="square" lIns="0" tIns="0" rIns="0" bIns="0" rtlCol="0" anchor="ctr"/>
          <a:lstStyle/>
          <a:p>
            <a:pPr defTabSz="1219170"/>
            <a:r>
              <a:rPr lang="en-US" sz="1467" dirty="0">
                <a:solidFill>
                  <a:srgbClr val="1A2445"/>
                </a:solidFill>
                <a:latin typeface="Calibri" pitchFamily="34" charset="0"/>
                <a:ea typeface="Calibri" pitchFamily="34" charset="-122"/>
                <a:cs typeface="Calibri" pitchFamily="34" charset="-120"/>
              </a:rPr>
              <a:t>Multi-threaded workers  ·  chardet  ·  regex</a:t>
            </a:r>
            <a:endParaRPr lang="en-US" sz="1467" dirty="0">
              <a:solidFill>
                <a:prstClr val="black"/>
              </a:solidFill>
              <a:latin typeface="Calibri" panose="020F0502020204030204"/>
            </a:endParaRPr>
          </a:p>
        </p:txBody>
      </p:sp>
      <p:sp>
        <p:nvSpPr>
          <p:cNvPr id="16" name="Shape 14"/>
          <p:cNvSpPr/>
          <p:nvPr/>
        </p:nvSpPr>
        <p:spPr>
          <a:xfrm>
            <a:off x="426720" y="2877312"/>
            <a:ext cx="1950720" cy="707136"/>
          </a:xfrm>
          <a:prstGeom prst="rect">
            <a:avLst/>
          </a:prstGeom>
          <a:solidFill>
            <a:srgbClr val="6C5CE7"/>
          </a:solidFill>
          <a:ln w="12700">
            <a:solidFill>
              <a:srgbClr val="6C5CE7"/>
            </a:solidFill>
            <a:prstDash val="solid"/>
          </a:ln>
        </p:spPr>
      </p:sp>
      <p:sp>
        <p:nvSpPr>
          <p:cNvPr id="17" name="Text 15"/>
          <p:cNvSpPr/>
          <p:nvPr/>
        </p:nvSpPr>
        <p:spPr>
          <a:xfrm>
            <a:off x="426720" y="2877312"/>
            <a:ext cx="1950720" cy="707136"/>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Data Layer</a:t>
            </a:r>
            <a:endParaRPr lang="en-US" sz="1267" dirty="0">
              <a:solidFill>
                <a:prstClr val="black"/>
              </a:solidFill>
              <a:latin typeface="Calibri" panose="020F0502020204030204"/>
            </a:endParaRPr>
          </a:p>
        </p:txBody>
      </p:sp>
      <p:sp>
        <p:nvSpPr>
          <p:cNvPr id="18" name="Shape 16"/>
          <p:cNvSpPr/>
          <p:nvPr/>
        </p:nvSpPr>
        <p:spPr>
          <a:xfrm>
            <a:off x="2377440" y="3121152"/>
            <a:ext cx="341376" cy="219456"/>
          </a:xfrm>
          <a:prstGeom prst="rect">
            <a:avLst/>
          </a:prstGeom>
          <a:solidFill>
            <a:srgbClr val="6C5CE7"/>
          </a:solidFill>
          <a:ln w="12700">
            <a:solidFill>
              <a:srgbClr val="6C5CE7"/>
            </a:solidFill>
            <a:prstDash val="solid"/>
          </a:ln>
        </p:spPr>
      </p:sp>
      <p:sp>
        <p:nvSpPr>
          <p:cNvPr id="19" name="Shape 17"/>
          <p:cNvSpPr/>
          <p:nvPr/>
        </p:nvSpPr>
        <p:spPr>
          <a:xfrm>
            <a:off x="2718816" y="2877312"/>
            <a:ext cx="6949440" cy="70713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20" name="Shape 18"/>
          <p:cNvSpPr/>
          <p:nvPr/>
        </p:nvSpPr>
        <p:spPr>
          <a:xfrm>
            <a:off x="2718816" y="2877312"/>
            <a:ext cx="85344" cy="707136"/>
          </a:xfrm>
          <a:prstGeom prst="rect">
            <a:avLst/>
          </a:prstGeom>
          <a:solidFill>
            <a:srgbClr val="6C5CE7"/>
          </a:solidFill>
          <a:ln w="12700">
            <a:solidFill>
              <a:srgbClr val="6C5CE7"/>
            </a:solidFill>
            <a:prstDash val="solid"/>
          </a:ln>
        </p:spPr>
      </p:sp>
      <p:sp>
        <p:nvSpPr>
          <p:cNvPr id="21" name="Text 19"/>
          <p:cNvSpPr/>
          <p:nvPr/>
        </p:nvSpPr>
        <p:spPr>
          <a:xfrm>
            <a:off x="2950464" y="2877312"/>
            <a:ext cx="6583680" cy="707136"/>
          </a:xfrm>
          <a:prstGeom prst="rect">
            <a:avLst/>
          </a:prstGeom>
          <a:noFill/>
          <a:ln/>
        </p:spPr>
        <p:txBody>
          <a:bodyPr wrap="square" lIns="0" tIns="0" rIns="0" bIns="0" rtlCol="0" anchor="ctr"/>
          <a:lstStyle/>
          <a:p>
            <a:pPr defTabSz="1219170"/>
            <a:r>
              <a:rPr lang="en-US" sz="1467" dirty="0">
                <a:solidFill>
                  <a:srgbClr val="1A2445"/>
                </a:solidFill>
                <a:latin typeface="Calibri" pitchFamily="34" charset="0"/>
                <a:ea typeface="Calibri" pitchFamily="34" charset="-122"/>
                <a:cs typeface="Calibri" pitchFamily="34" charset="-120"/>
              </a:rPr>
              <a:t>JSON tree structure  ·  pandas  ·  openpyxl</a:t>
            </a:r>
            <a:endParaRPr lang="en-US" sz="1467" dirty="0">
              <a:solidFill>
                <a:prstClr val="black"/>
              </a:solidFill>
              <a:latin typeface="Calibri" panose="020F0502020204030204"/>
            </a:endParaRPr>
          </a:p>
        </p:txBody>
      </p:sp>
      <p:sp>
        <p:nvSpPr>
          <p:cNvPr id="22" name="Shape 20"/>
          <p:cNvSpPr/>
          <p:nvPr/>
        </p:nvSpPr>
        <p:spPr>
          <a:xfrm>
            <a:off x="426720" y="3767328"/>
            <a:ext cx="1950720" cy="707136"/>
          </a:xfrm>
          <a:prstGeom prst="rect">
            <a:avLst/>
          </a:prstGeom>
          <a:solidFill>
            <a:srgbClr val="E8B84B"/>
          </a:solidFill>
          <a:ln w="12700">
            <a:solidFill>
              <a:srgbClr val="E8B84B"/>
            </a:solidFill>
            <a:prstDash val="solid"/>
          </a:ln>
        </p:spPr>
      </p:sp>
      <p:sp>
        <p:nvSpPr>
          <p:cNvPr id="23" name="Text 21"/>
          <p:cNvSpPr/>
          <p:nvPr/>
        </p:nvSpPr>
        <p:spPr>
          <a:xfrm>
            <a:off x="426720" y="3767328"/>
            <a:ext cx="1950720" cy="707136"/>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Visualization</a:t>
            </a:r>
            <a:endParaRPr lang="en-US" sz="1267" dirty="0">
              <a:solidFill>
                <a:prstClr val="black"/>
              </a:solidFill>
              <a:latin typeface="Calibri" panose="020F0502020204030204"/>
            </a:endParaRPr>
          </a:p>
        </p:txBody>
      </p:sp>
      <p:sp>
        <p:nvSpPr>
          <p:cNvPr id="24" name="Shape 22"/>
          <p:cNvSpPr/>
          <p:nvPr/>
        </p:nvSpPr>
        <p:spPr>
          <a:xfrm>
            <a:off x="2377440" y="4011168"/>
            <a:ext cx="341376" cy="219456"/>
          </a:xfrm>
          <a:prstGeom prst="rect">
            <a:avLst/>
          </a:prstGeom>
          <a:solidFill>
            <a:srgbClr val="E8B84B"/>
          </a:solidFill>
          <a:ln w="12700">
            <a:solidFill>
              <a:srgbClr val="E8B84B"/>
            </a:solidFill>
            <a:prstDash val="solid"/>
          </a:ln>
        </p:spPr>
      </p:sp>
      <p:sp>
        <p:nvSpPr>
          <p:cNvPr id="25" name="Shape 23"/>
          <p:cNvSpPr/>
          <p:nvPr/>
        </p:nvSpPr>
        <p:spPr>
          <a:xfrm>
            <a:off x="2718816" y="3767328"/>
            <a:ext cx="6949440" cy="70713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26" name="Shape 24"/>
          <p:cNvSpPr/>
          <p:nvPr/>
        </p:nvSpPr>
        <p:spPr>
          <a:xfrm>
            <a:off x="2718816" y="3767328"/>
            <a:ext cx="85344" cy="707136"/>
          </a:xfrm>
          <a:prstGeom prst="rect">
            <a:avLst/>
          </a:prstGeom>
          <a:solidFill>
            <a:srgbClr val="E8B84B"/>
          </a:solidFill>
          <a:ln w="12700">
            <a:solidFill>
              <a:srgbClr val="E8B84B"/>
            </a:solidFill>
            <a:prstDash val="solid"/>
          </a:ln>
        </p:spPr>
      </p:sp>
      <p:sp>
        <p:nvSpPr>
          <p:cNvPr id="27" name="Text 25"/>
          <p:cNvSpPr/>
          <p:nvPr/>
        </p:nvSpPr>
        <p:spPr>
          <a:xfrm>
            <a:off x="2950464" y="3767328"/>
            <a:ext cx="6583680" cy="707136"/>
          </a:xfrm>
          <a:prstGeom prst="rect">
            <a:avLst/>
          </a:prstGeom>
          <a:noFill/>
          <a:ln/>
        </p:spPr>
        <p:txBody>
          <a:bodyPr wrap="square" lIns="0" tIns="0" rIns="0" bIns="0" rtlCol="0" anchor="ctr"/>
          <a:lstStyle/>
          <a:p>
            <a:pPr defTabSz="1219170"/>
            <a:r>
              <a:rPr lang="en-US" sz="1467" dirty="0">
                <a:solidFill>
                  <a:srgbClr val="1A2445"/>
                </a:solidFill>
                <a:latin typeface="Calibri" pitchFamily="34" charset="0"/>
                <a:ea typeface="Calibri" pitchFamily="34" charset="-122"/>
                <a:cs typeface="Calibri" pitchFamily="34" charset="-120"/>
              </a:rPr>
              <a:t>Matplotlib (TkAgg)  ·  L(t) / L'(t) charts</a:t>
            </a:r>
            <a:endParaRPr lang="en-US" sz="1467" dirty="0">
              <a:solidFill>
                <a:prstClr val="black"/>
              </a:solidFill>
              <a:latin typeface="Calibri" panose="020F0502020204030204"/>
            </a:endParaRPr>
          </a:p>
        </p:txBody>
      </p:sp>
      <p:sp>
        <p:nvSpPr>
          <p:cNvPr id="28" name="Shape 26"/>
          <p:cNvSpPr/>
          <p:nvPr/>
        </p:nvSpPr>
        <p:spPr>
          <a:xfrm>
            <a:off x="426720" y="4657344"/>
            <a:ext cx="1950720" cy="707136"/>
          </a:xfrm>
          <a:prstGeom prst="rect">
            <a:avLst/>
          </a:prstGeom>
          <a:solidFill>
            <a:srgbClr val="E05252"/>
          </a:solidFill>
          <a:ln w="12700">
            <a:solidFill>
              <a:srgbClr val="E05252"/>
            </a:solidFill>
            <a:prstDash val="solid"/>
          </a:ln>
        </p:spPr>
      </p:sp>
      <p:sp>
        <p:nvSpPr>
          <p:cNvPr id="29" name="Text 27"/>
          <p:cNvSpPr/>
          <p:nvPr/>
        </p:nvSpPr>
        <p:spPr>
          <a:xfrm>
            <a:off x="426720" y="4657344"/>
            <a:ext cx="1950720" cy="707136"/>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AI Integration</a:t>
            </a:r>
            <a:endParaRPr lang="en-US" sz="1267" dirty="0">
              <a:solidFill>
                <a:prstClr val="black"/>
              </a:solidFill>
              <a:latin typeface="Calibri" panose="020F0502020204030204"/>
            </a:endParaRPr>
          </a:p>
        </p:txBody>
      </p:sp>
      <p:sp>
        <p:nvSpPr>
          <p:cNvPr id="30" name="Shape 28"/>
          <p:cNvSpPr/>
          <p:nvPr/>
        </p:nvSpPr>
        <p:spPr>
          <a:xfrm>
            <a:off x="2377440" y="4901184"/>
            <a:ext cx="341376" cy="219456"/>
          </a:xfrm>
          <a:prstGeom prst="rect">
            <a:avLst/>
          </a:prstGeom>
          <a:solidFill>
            <a:srgbClr val="E05252"/>
          </a:solidFill>
          <a:ln w="12700">
            <a:solidFill>
              <a:srgbClr val="E05252"/>
            </a:solidFill>
            <a:prstDash val="solid"/>
          </a:ln>
        </p:spPr>
      </p:sp>
      <p:sp>
        <p:nvSpPr>
          <p:cNvPr id="31" name="Shape 29"/>
          <p:cNvSpPr/>
          <p:nvPr/>
        </p:nvSpPr>
        <p:spPr>
          <a:xfrm>
            <a:off x="2718816" y="4657344"/>
            <a:ext cx="6949440" cy="70713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32" name="Shape 30"/>
          <p:cNvSpPr/>
          <p:nvPr/>
        </p:nvSpPr>
        <p:spPr>
          <a:xfrm>
            <a:off x="2718816" y="4657344"/>
            <a:ext cx="85344" cy="707136"/>
          </a:xfrm>
          <a:prstGeom prst="rect">
            <a:avLst/>
          </a:prstGeom>
          <a:solidFill>
            <a:srgbClr val="E05252"/>
          </a:solidFill>
          <a:ln w="12700">
            <a:solidFill>
              <a:srgbClr val="E05252"/>
            </a:solidFill>
            <a:prstDash val="solid"/>
          </a:ln>
        </p:spPr>
      </p:sp>
      <p:sp>
        <p:nvSpPr>
          <p:cNvPr id="33" name="Text 31"/>
          <p:cNvSpPr/>
          <p:nvPr/>
        </p:nvSpPr>
        <p:spPr>
          <a:xfrm>
            <a:off x="2950464" y="4657344"/>
            <a:ext cx="6583680" cy="707136"/>
          </a:xfrm>
          <a:prstGeom prst="rect">
            <a:avLst/>
          </a:prstGeom>
          <a:noFill/>
          <a:ln/>
        </p:spPr>
        <p:txBody>
          <a:bodyPr wrap="square" lIns="0" tIns="0" rIns="0" bIns="0" rtlCol="0" anchor="ctr"/>
          <a:lstStyle/>
          <a:p>
            <a:pPr defTabSz="1219170"/>
            <a:r>
              <a:rPr lang="en-US" sz="1467" dirty="0">
                <a:solidFill>
                  <a:srgbClr val="1A2445"/>
                </a:solidFill>
                <a:latin typeface="Calibri" pitchFamily="34" charset="0"/>
                <a:ea typeface="Calibri" pitchFamily="34" charset="-122"/>
                <a:cs typeface="Calibri" pitchFamily="34" charset="-120"/>
              </a:rPr>
              <a:t>Siemens LLM API  ·  Mistral-7B  ·  chunked input</a:t>
            </a:r>
            <a:endParaRPr lang="en-US" sz="1467" dirty="0">
              <a:solidFill>
                <a:prstClr val="black"/>
              </a:solidFill>
              <a:latin typeface="Calibri" panose="020F0502020204030204"/>
            </a:endParaRPr>
          </a:p>
        </p:txBody>
      </p:sp>
      <p:sp>
        <p:nvSpPr>
          <p:cNvPr id="34" name="Shape 32"/>
          <p:cNvSpPr/>
          <p:nvPr/>
        </p:nvSpPr>
        <p:spPr>
          <a:xfrm>
            <a:off x="426720" y="5547360"/>
            <a:ext cx="1950720" cy="707136"/>
          </a:xfrm>
          <a:prstGeom prst="rect">
            <a:avLst/>
          </a:prstGeom>
          <a:solidFill>
            <a:srgbClr val="00B894"/>
          </a:solidFill>
          <a:ln w="12700">
            <a:solidFill>
              <a:srgbClr val="00B894"/>
            </a:solidFill>
            <a:prstDash val="solid"/>
          </a:ln>
        </p:spPr>
      </p:sp>
      <p:sp>
        <p:nvSpPr>
          <p:cNvPr id="35" name="Text 33"/>
          <p:cNvSpPr/>
          <p:nvPr/>
        </p:nvSpPr>
        <p:spPr>
          <a:xfrm>
            <a:off x="426720" y="5547360"/>
            <a:ext cx="1950720" cy="707136"/>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XML Analysis</a:t>
            </a:r>
            <a:endParaRPr lang="en-US" sz="1267" dirty="0">
              <a:solidFill>
                <a:prstClr val="black"/>
              </a:solidFill>
              <a:latin typeface="Calibri" panose="020F0502020204030204"/>
            </a:endParaRPr>
          </a:p>
        </p:txBody>
      </p:sp>
      <p:sp>
        <p:nvSpPr>
          <p:cNvPr id="36" name="Shape 34"/>
          <p:cNvSpPr/>
          <p:nvPr/>
        </p:nvSpPr>
        <p:spPr>
          <a:xfrm>
            <a:off x="2377440" y="5791200"/>
            <a:ext cx="341376" cy="219456"/>
          </a:xfrm>
          <a:prstGeom prst="rect">
            <a:avLst/>
          </a:prstGeom>
          <a:solidFill>
            <a:srgbClr val="00B894"/>
          </a:solidFill>
          <a:ln w="12700">
            <a:solidFill>
              <a:srgbClr val="00B894"/>
            </a:solidFill>
            <a:prstDash val="solid"/>
          </a:ln>
        </p:spPr>
      </p:sp>
      <p:sp>
        <p:nvSpPr>
          <p:cNvPr id="37" name="Shape 35"/>
          <p:cNvSpPr/>
          <p:nvPr/>
        </p:nvSpPr>
        <p:spPr>
          <a:xfrm>
            <a:off x="2718816" y="5547360"/>
            <a:ext cx="6949440" cy="70713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38" name="Shape 36"/>
          <p:cNvSpPr/>
          <p:nvPr/>
        </p:nvSpPr>
        <p:spPr>
          <a:xfrm>
            <a:off x="2718816" y="5547360"/>
            <a:ext cx="85344" cy="707136"/>
          </a:xfrm>
          <a:prstGeom prst="rect">
            <a:avLst/>
          </a:prstGeom>
          <a:solidFill>
            <a:srgbClr val="00B894"/>
          </a:solidFill>
          <a:ln w="12700">
            <a:solidFill>
              <a:srgbClr val="00B894"/>
            </a:solidFill>
            <a:prstDash val="solid"/>
          </a:ln>
        </p:spPr>
      </p:sp>
      <p:sp>
        <p:nvSpPr>
          <p:cNvPr id="39" name="Text 37"/>
          <p:cNvSpPr/>
          <p:nvPr/>
        </p:nvSpPr>
        <p:spPr>
          <a:xfrm>
            <a:off x="2950464" y="5547360"/>
            <a:ext cx="6583680" cy="707136"/>
          </a:xfrm>
          <a:prstGeom prst="rect">
            <a:avLst/>
          </a:prstGeom>
          <a:noFill/>
          <a:ln/>
        </p:spPr>
        <p:txBody>
          <a:bodyPr wrap="square" lIns="0" tIns="0" rIns="0" bIns="0" rtlCol="0" anchor="ctr"/>
          <a:lstStyle/>
          <a:p>
            <a:pPr defTabSz="1219170"/>
            <a:r>
              <a:rPr lang="en-US" sz="1467" dirty="0">
                <a:solidFill>
                  <a:srgbClr val="1A2445"/>
                </a:solidFill>
                <a:latin typeface="Calibri" pitchFamily="34" charset="0"/>
                <a:ea typeface="Calibri" pitchFamily="34" charset="-122"/>
                <a:cs typeface="Calibri" pitchFamily="34" charset="-120"/>
              </a:rPr>
              <a:t>xml.etree  ·  lxml  ·  execution-time diff</a:t>
            </a:r>
            <a:endParaRPr lang="en-US" sz="1467" dirty="0">
              <a:solidFill>
                <a:prstClr val="black"/>
              </a:solidFill>
              <a:latin typeface="Calibri" panose="020F0502020204030204"/>
            </a:endParaRPr>
          </a:p>
        </p:txBody>
      </p:sp>
      <p:sp>
        <p:nvSpPr>
          <p:cNvPr id="40" name="Shape 38"/>
          <p:cNvSpPr/>
          <p:nvPr/>
        </p:nvSpPr>
        <p:spPr>
          <a:xfrm>
            <a:off x="9997440" y="1036320"/>
            <a:ext cx="1889760" cy="5510784"/>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41" name="Shape 39"/>
          <p:cNvSpPr/>
          <p:nvPr/>
        </p:nvSpPr>
        <p:spPr>
          <a:xfrm>
            <a:off x="9997440" y="1036320"/>
            <a:ext cx="85344" cy="5510784"/>
          </a:xfrm>
          <a:prstGeom prst="rect">
            <a:avLst/>
          </a:prstGeom>
          <a:solidFill>
            <a:srgbClr val="E8B84B"/>
          </a:solidFill>
          <a:ln w="12700">
            <a:solidFill>
              <a:srgbClr val="E8B84B"/>
            </a:solidFill>
            <a:prstDash val="solid"/>
          </a:ln>
        </p:spPr>
      </p:sp>
      <p:sp>
        <p:nvSpPr>
          <p:cNvPr id="42" name="Text 40"/>
          <p:cNvSpPr/>
          <p:nvPr/>
        </p:nvSpPr>
        <p:spPr>
          <a:xfrm>
            <a:off x="10180320" y="1158240"/>
            <a:ext cx="1584960" cy="877824"/>
          </a:xfrm>
          <a:prstGeom prst="rect">
            <a:avLst/>
          </a:prstGeom>
          <a:noFill/>
          <a:ln/>
        </p:spPr>
        <p:txBody>
          <a:bodyPr wrap="square" lIns="0" tIns="0" rIns="0" bIns="0" rtlCol="0" anchor="ctr"/>
          <a:lstStyle/>
          <a:p>
            <a:pPr algn="ctr" defTabSz="1219170"/>
            <a:r>
              <a:rPr lang="en-US" sz="1333" b="1" dirty="0">
                <a:solidFill>
                  <a:srgbClr val="1A2445"/>
                </a:solidFill>
                <a:latin typeface="Calibri" pitchFamily="34" charset="0"/>
                <a:ea typeface="Calibri" pitchFamily="34" charset="-122"/>
                <a:cs typeface="Calibri" pitchFamily="34" charset="-120"/>
              </a:rPr>
              <a:t>Key</a:t>
            </a:r>
            <a:endParaRPr lang="en-US" sz="1333" dirty="0">
              <a:solidFill>
                <a:prstClr val="black"/>
              </a:solidFill>
              <a:latin typeface="Calibri" panose="020F0502020204030204"/>
            </a:endParaRPr>
          </a:p>
          <a:p>
            <a:pPr algn="ctr" defTabSz="1219170"/>
            <a:r>
              <a:rPr lang="en-US" sz="1333" b="1" dirty="0">
                <a:solidFill>
                  <a:srgbClr val="1A2445"/>
                </a:solidFill>
                <a:latin typeface="Calibri" pitchFamily="34" charset="0"/>
                <a:ea typeface="Calibri" pitchFamily="34" charset="-122"/>
                <a:cs typeface="Calibri" pitchFamily="34" charset="-120"/>
              </a:rPr>
              <a:t>Design</a:t>
            </a:r>
            <a:endParaRPr lang="en-US" sz="1333" dirty="0">
              <a:solidFill>
                <a:prstClr val="black"/>
              </a:solidFill>
              <a:latin typeface="Calibri" panose="020F0502020204030204"/>
            </a:endParaRPr>
          </a:p>
          <a:p>
            <a:pPr algn="ctr" defTabSz="1219170"/>
            <a:r>
              <a:rPr lang="en-US" sz="1333" b="1" dirty="0">
                <a:solidFill>
                  <a:srgbClr val="1A2445"/>
                </a:solidFill>
                <a:latin typeface="Calibri" pitchFamily="34" charset="0"/>
                <a:ea typeface="Calibri" pitchFamily="34" charset="-122"/>
                <a:cs typeface="Calibri" pitchFamily="34" charset="-120"/>
              </a:rPr>
              <a:t>Goals</a:t>
            </a:r>
            <a:endParaRPr lang="en-US" sz="1333" dirty="0">
              <a:solidFill>
                <a:prstClr val="black"/>
              </a:solidFill>
              <a:latin typeface="Calibri" panose="020F0502020204030204"/>
            </a:endParaRPr>
          </a:p>
        </p:txBody>
      </p:sp>
      <p:sp>
        <p:nvSpPr>
          <p:cNvPr id="43" name="Shape 41"/>
          <p:cNvSpPr/>
          <p:nvPr/>
        </p:nvSpPr>
        <p:spPr>
          <a:xfrm>
            <a:off x="10216896" y="2133600"/>
            <a:ext cx="1487424" cy="536448"/>
          </a:xfrm>
          <a:prstGeom prst="ellipse">
            <a:avLst/>
          </a:prstGeom>
          <a:solidFill>
            <a:srgbClr val="E8B84B">
              <a:alpha val="75000"/>
            </a:srgbClr>
          </a:solidFill>
          <a:ln w="12700">
            <a:solidFill>
              <a:srgbClr val="E8B84B"/>
            </a:solidFill>
            <a:prstDash val="solid"/>
          </a:ln>
        </p:spPr>
      </p:sp>
      <p:sp>
        <p:nvSpPr>
          <p:cNvPr id="44" name="Text 42"/>
          <p:cNvSpPr/>
          <p:nvPr/>
        </p:nvSpPr>
        <p:spPr>
          <a:xfrm>
            <a:off x="10216896" y="2133600"/>
            <a:ext cx="1487424" cy="536448"/>
          </a:xfrm>
          <a:prstGeom prst="rect">
            <a:avLst/>
          </a:prstGeom>
          <a:noFill/>
          <a:ln/>
        </p:spPr>
        <p:txBody>
          <a:bodyPr wrap="square" lIns="0" tIns="0" rIns="0" bIns="0" rtlCol="0" anchor="ctr"/>
          <a:lstStyle/>
          <a:p>
            <a:pPr algn="ctr" defTabSz="1219170"/>
            <a:r>
              <a:rPr lang="en-US" sz="1267" b="1" dirty="0">
                <a:solidFill>
                  <a:srgbClr val="1A2445"/>
                </a:solidFill>
                <a:latin typeface="Calibri" pitchFamily="34" charset="0"/>
                <a:ea typeface="Calibri" pitchFamily="34" charset="-122"/>
                <a:cs typeface="Calibri" pitchFamily="34" charset="-120"/>
              </a:rPr>
              <a:t>Speed</a:t>
            </a:r>
            <a:endParaRPr lang="en-US" sz="1267" dirty="0">
              <a:solidFill>
                <a:prstClr val="black"/>
              </a:solidFill>
              <a:latin typeface="Calibri" panose="020F0502020204030204"/>
            </a:endParaRPr>
          </a:p>
        </p:txBody>
      </p:sp>
      <p:sp>
        <p:nvSpPr>
          <p:cNvPr id="45" name="Shape 43"/>
          <p:cNvSpPr/>
          <p:nvPr/>
        </p:nvSpPr>
        <p:spPr>
          <a:xfrm>
            <a:off x="10216896" y="2913888"/>
            <a:ext cx="1487424" cy="536448"/>
          </a:xfrm>
          <a:prstGeom prst="ellipse">
            <a:avLst/>
          </a:prstGeom>
          <a:solidFill>
            <a:srgbClr val="E8B84B">
              <a:alpha val="75000"/>
            </a:srgbClr>
          </a:solidFill>
          <a:ln w="12700">
            <a:solidFill>
              <a:srgbClr val="E8B84B"/>
            </a:solidFill>
            <a:prstDash val="solid"/>
          </a:ln>
        </p:spPr>
      </p:sp>
      <p:sp>
        <p:nvSpPr>
          <p:cNvPr id="46" name="Text 44"/>
          <p:cNvSpPr/>
          <p:nvPr/>
        </p:nvSpPr>
        <p:spPr>
          <a:xfrm>
            <a:off x="10216896" y="2913888"/>
            <a:ext cx="1487424" cy="536448"/>
          </a:xfrm>
          <a:prstGeom prst="rect">
            <a:avLst/>
          </a:prstGeom>
          <a:noFill/>
          <a:ln/>
        </p:spPr>
        <p:txBody>
          <a:bodyPr wrap="square" lIns="0" tIns="0" rIns="0" bIns="0" rtlCol="0" anchor="ctr"/>
          <a:lstStyle/>
          <a:p>
            <a:pPr algn="ctr" defTabSz="1219170"/>
            <a:r>
              <a:rPr lang="en-US" sz="1267" b="1" dirty="0">
                <a:solidFill>
                  <a:srgbClr val="1A2445"/>
                </a:solidFill>
                <a:latin typeface="Calibri" pitchFamily="34" charset="0"/>
                <a:ea typeface="Calibri" pitchFamily="34" charset="-122"/>
                <a:cs typeface="Calibri" pitchFamily="34" charset="-120"/>
              </a:rPr>
              <a:t>Readability</a:t>
            </a:r>
            <a:endParaRPr lang="en-US" sz="1267" dirty="0">
              <a:solidFill>
                <a:prstClr val="black"/>
              </a:solidFill>
              <a:latin typeface="Calibri" panose="020F0502020204030204"/>
            </a:endParaRPr>
          </a:p>
        </p:txBody>
      </p:sp>
      <p:sp>
        <p:nvSpPr>
          <p:cNvPr id="47" name="Shape 45"/>
          <p:cNvSpPr/>
          <p:nvPr/>
        </p:nvSpPr>
        <p:spPr>
          <a:xfrm>
            <a:off x="10216896" y="3694176"/>
            <a:ext cx="1487424" cy="536448"/>
          </a:xfrm>
          <a:prstGeom prst="ellipse">
            <a:avLst/>
          </a:prstGeom>
          <a:solidFill>
            <a:srgbClr val="E8B84B">
              <a:alpha val="75000"/>
            </a:srgbClr>
          </a:solidFill>
          <a:ln w="12700">
            <a:solidFill>
              <a:srgbClr val="E8B84B"/>
            </a:solidFill>
            <a:prstDash val="solid"/>
          </a:ln>
        </p:spPr>
      </p:sp>
      <p:sp>
        <p:nvSpPr>
          <p:cNvPr id="48" name="Text 46"/>
          <p:cNvSpPr/>
          <p:nvPr/>
        </p:nvSpPr>
        <p:spPr>
          <a:xfrm>
            <a:off x="10216896" y="3694176"/>
            <a:ext cx="1487424" cy="536448"/>
          </a:xfrm>
          <a:prstGeom prst="rect">
            <a:avLst/>
          </a:prstGeom>
          <a:noFill/>
          <a:ln/>
        </p:spPr>
        <p:txBody>
          <a:bodyPr wrap="square" lIns="0" tIns="0" rIns="0" bIns="0" rtlCol="0" anchor="ctr"/>
          <a:lstStyle/>
          <a:p>
            <a:pPr algn="ctr" defTabSz="1219170"/>
            <a:r>
              <a:rPr lang="en-US" sz="1267" b="1" dirty="0">
                <a:solidFill>
                  <a:srgbClr val="1A2445"/>
                </a:solidFill>
                <a:latin typeface="Calibri" pitchFamily="34" charset="0"/>
                <a:ea typeface="Calibri" pitchFamily="34" charset="-122"/>
                <a:cs typeface="Calibri" pitchFamily="34" charset="-120"/>
              </a:rPr>
              <a:t>AI assist</a:t>
            </a:r>
            <a:endParaRPr lang="en-US" sz="1267" dirty="0">
              <a:solidFill>
                <a:prstClr val="black"/>
              </a:solidFill>
              <a:latin typeface="Calibri" panose="020F0502020204030204"/>
            </a:endParaRPr>
          </a:p>
        </p:txBody>
      </p:sp>
      <p:sp>
        <p:nvSpPr>
          <p:cNvPr id="49" name="Shape 47"/>
          <p:cNvSpPr/>
          <p:nvPr/>
        </p:nvSpPr>
        <p:spPr>
          <a:xfrm>
            <a:off x="10216896" y="4474464"/>
            <a:ext cx="1487424" cy="536448"/>
          </a:xfrm>
          <a:prstGeom prst="ellipse">
            <a:avLst/>
          </a:prstGeom>
          <a:solidFill>
            <a:srgbClr val="E8B84B">
              <a:alpha val="75000"/>
            </a:srgbClr>
          </a:solidFill>
          <a:ln w="12700">
            <a:solidFill>
              <a:srgbClr val="E8B84B"/>
            </a:solidFill>
            <a:prstDash val="solid"/>
          </a:ln>
        </p:spPr>
      </p:sp>
      <p:sp>
        <p:nvSpPr>
          <p:cNvPr id="50" name="Text 48"/>
          <p:cNvSpPr/>
          <p:nvPr/>
        </p:nvSpPr>
        <p:spPr>
          <a:xfrm>
            <a:off x="10216896" y="4474464"/>
            <a:ext cx="1487424" cy="536448"/>
          </a:xfrm>
          <a:prstGeom prst="rect">
            <a:avLst/>
          </a:prstGeom>
          <a:noFill/>
          <a:ln/>
        </p:spPr>
        <p:txBody>
          <a:bodyPr wrap="square" lIns="0" tIns="0" rIns="0" bIns="0" rtlCol="0" anchor="ctr"/>
          <a:lstStyle/>
          <a:p>
            <a:pPr algn="ctr" defTabSz="1219170"/>
            <a:r>
              <a:rPr lang="en-US" sz="1267" b="1" dirty="0">
                <a:solidFill>
                  <a:srgbClr val="1A2445"/>
                </a:solidFill>
                <a:latin typeface="Calibri" pitchFamily="34" charset="0"/>
                <a:ea typeface="Calibri" pitchFamily="34" charset="-122"/>
                <a:cs typeface="Calibri" pitchFamily="34" charset="-120"/>
              </a:rPr>
              <a:t>Low memory</a:t>
            </a:r>
            <a:endParaRPr lang="en-US" sz="1267" dirty="0">
              <a:solidFill>
                <a:prstClr val="black"/>
              </a:solidFill>
              <a:latin typeface="Calibri" panose="020F0502020204030204"/>
            </a:endParaRPr>
          </a:p>
        </p:txBody>
      </p:sp>
      <p:sp>
        <p:nvSpPr>
          <p:cNvPr id="51" name="Shape 49"/>
          <p:cNvSpPr/>
          <p:nvPr/>
        </p:nvSpPr>
        <p:spPr>
          <a:xfrm>
            <a:off x="10216896" y="5254752"/>
            <a:ext cx="1487424" cy="536448"/>
          </a:xfrm>
          <a:prstGeom prst="ellipse">
            <a:avLst/>
          </a:prstGeom>
          <a:solidFill>
            <a:srgbClr val="E8B84B">
              <a:alpha val="75000"/>
            </a:srgbClr>
          </a:solidFill>
          <a:ln w="12700">
            <a:solidFill>
              <a:srgbClr val="E8B84B"/>
            </a:solidFill>
            <a:prstDash val="solid"/>
          </a:ln>
        </p:spPr>
      </p:sp>
      <p:sp>
        <p:nvSpPr>
          <p:cNvPr id="52" name="Text 50"/>
          <p:cNvSpPr/>
          <p:nvPr/>
        </p:nvSpPr>
        <p:spPr>
          <a:xfrm>
            <a:off x="10216896" y="5254752"/>
            <a:ext cx="1487424" cy="536448"/>
          </a:xfrm>
          <a:prstGeom prst="rect">
            <a:avLst/>
          </a:prstGeom>
          <a:noFill/>
          <a:ln/>
        </p:spPr>
        <p:txBody>
          <a:bodyPr wrap="square" lIns="0" tIns="0" rIns="0" bIns="0" rtlCol="0" anchor="ctr"/>
          <a:lstStyle/>
          <a:p>
            <a:pPr algn="ctr" defTabSz="1219170"/>
            <a:r>
              <a:rPr lang="en-US" sz="1267" b="1" dirty="0">
                <a:solidFill>
                  <a:srgbClr val="1A2445"/>
                </a:solidFill>
                <a:latin typeface="Calibri" pitchFamily="34" charset="0"/>
                <a:ea typeface="Calibri" pitchFamily="34" charset="-122"/>
                <a:cs typeface="Calibri" pitchFamily="34" charset="-120"/>
              </a:rPr>
              <a:t>Cross-format</a:t>
            </a:r>
            <a:endParaRPr lang="en-US" sz="1267" dirty="0">
              <a:solidFill>
                <a:prstClr val="black"/>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Core Features  ·  Part 1 of 2</a:t>
            </a:r>
            <a:endParaRPr lang="en-US" sz="2933" dirty="0">
              <a:solidFill>
                <a:prstClr val="black"/>
              </a:solidFill>
              <a:latin typeface="Calibri" panose="020F0502020204030204"/>
            </a:endParaRPr>
          </a:p>
        </p:txBody>
      </p:sp>
      <p:sp>
        <p:nvSpPr>
          <p:cNvPr id="4" name="Shape 2"/>
          <p:cNvSpPr/>
          <p:nvPr/>
        </p:nvSpPr>
        <p:spPr>
          <a:xfrm>
            <a:off x="426720" y="1011936"/>
            <a:ext cx="11338560" cy="168249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5" name="Shape 3"/>
          <p:cNvSpPr/>
          <p:nvPr/>
        </p:nvSpPr>
        <p:spPr>
          <a:xfrm>
            <a:off x="426720" y="1011936"/>
            <a:ext cx="85344" cy="1682496"/>
          </a:xfrm>
          <a:prstGeom prst="rect">
            <a:avLst/>
          </a:prstGeom>
          <a:solidFill>
            <a:srgbClr val="0A8A7E"/>
          </a:solidFill>
          <a:ln w="12700">
            <a:solidFill>
              <a:srgbClr val="0A8A7E"/>
            </a:solidFill>
            <a:prstDash val="solid"/>
          </a:ln>
        </p:spPr>
      </p:sp>
      <p:sp>
        <p:nvSpPr>
          <p:cNvPr id="6" name="Text 4"/>
          <p:cNvSpPr/>
          <p:nvPr/>
        </p:nvSpPr>
        <p:spPr>
          <a:xfrm>
            <a:off x="707136" y="1060704"/>
            <a:ext cx="10728960" cy="414528"/>
          </a:xfrm>
          <a:prstGeom prst="rect">
            <a:avLst/>
          </a:prstGeom>
          <a:noFill/>
          <a:ln/>
        </p:spPr>
        <p:txBody>
          <a:bodyPr wrap="square" lIns="0" tIns="0" rIns="0" bIns="0" rtlCol="0" anchor="ctr"/>
          <a:lstStyle/>
          <a:p>
            <a:pPr defTabSz="1219170"/>
            <a:r>
              <a:rPr lang="en-US" sz="1667" b="1" dirty="0">
                <a:solidFill>
                  <a:srgbClr val="0A8A7E"/>
                </a:solidFill>
                <a:latin typeface="Calibri" pitchFamily="34" charset="0"/>
                <a:ea typeface="Calibri" pitchFamily="34" charset="-122"/>
                <a:cs typeface="Calibri" pitchFamily="34" charset="-120"/>
              </a:rPr>
              <a:t>File Loading  (Open / Open Excel)</a:t>
            </a:r>
            <a:endParaRPr lang="en-US" sz="1667" dirty="0">
              <a:solidFill>
                <a:prstClr val="black"/>
              </a:solidFill>
              <a:latin typeface="Calibri" panose="020F0502020204030204"/>
            </a:endParaRPr>
          </a:p>
        </p:txBody>
      </p:sp>
      <p:sp>
        <p:nvSpPr>
          <p:cNvPr id="7" name="Text 5"/>
          <p:cNvSpPr/>
          <p:nvPr/>
        </p:nvSpPr>
        <p:spPr>
          <a:xfrm>
            <a:off x="707136" y="1475232"/>
            <a:ext cx="10668000" cy="1182624"/>
          </a:xfrm>
          <a:prstGeom prst="rect">
            <a:avLst/>
          </a:prstGeom>
          <a:noFill/>
          <a:ln/>
        </p:spPr>
        <p:txBody>
          <a:bodyPr wrap="square" rtlCol="0" anchor="t"/>
          <a:lstStyle/>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Standard OS file dialog for .log / .txt / .xml files</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Excel import via openpyxl + pandas — maps Timestamp, ThreadID, CDO Name columns into internal log objects</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Automatic encoding detection (chardet) ensures UTF-8 and ANSI logs are read correctly</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Parses timestamps, thread IDs, execution depth, CDO operations, CLF calls, parameters</a:t>
            </a:r>
            <a:endParaRPr lang="en-US" sz="1533" dirty="0">
              <a:solidFill>
                <a:prstClr val="black"/>
              </a:solidFill>
              <a:latin typeface="Calibri" panose="020F0502020204030204"/>
            </a:endParaRPr>
          </a:p>
        </p:txBody>
      </p:sp>
      <p:sp>
        <p:nvSpPr>
          <p:cNvPr id="8" name="Shape 6"/>
          <p:cNvSpPr/>
          <p:nvPr/>
        </p:nvSpPr>
        <p:spPr>
          <a:xfrm>
            <a:off x="426720" y="2865120"/>
            <a:ext cx="11338560" cy="1901952"/>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9" name="Shape 7"/>
          <p:cNvSpPr/>
          <p:nvPr/>
        </p:nvSpPr>
        <p:spPr>
          <a:xfrm>
            <a:off x="426720" y="2865120"/>
            <a:ext cx="45719" cy="1901952"/>
          </a:xfrm>
          <a:prstGeom prst="rect">
            <a:avLst/>
          </a:prstGeom>
          <a:solidFill>
            <a:srgbClr val="6C5CE7"/>
          </a:solidFill>
          <a:ln w="12700">
            <a:solidFill>
              <a:srgbClr val="6C5CE7"/>
            </a:solidFill>
            <a:prstDash val="solid"/>
          </a:ln>
        </p:spPr>
      </p:sp>
      <p:sp>
        <p:nvSpPr>
          <p:cNvPr id="10" name="Text 8"/>
          <p:cNvSpPr/>
          <p:nvPr/>
        </p:nvSpPr>
        <p:spPr>
          <a:xfrm>
            <a:off x="707136" y="2913888"/>
            <a:ext cx="10728960" cy="414528"/>
          </a:xfrm>
          <a:prstGeom prst="rect">
            <a:avLst/>
          </a:prstGeom>
          <a:noFill/>
          <a:ln/>
        </p:spPr>
        <p:txBody>
          <a:bodyPr wrap="square" lIns="0" tIns="0" rIns="0" bIns="0" rtlCol="0" anchor="ctr"/>
          <a:lstStyle/>
          <a:p>
            <a:pPr defTabSz="1219170"/>
            <a:r>
              <a:rPr lang="en-US" sz="1667" b="1" dirty="0">
                <a:solidFill>
                  <a:srgbClr val="6C5CE7"/>
                </a:solidFill>
                <a:latin typeface="Calibri" pitchFamily="34" charset="0"/>
                <a:ea typeface="Calibri" pitchFamily="34" charset="-122"/>
                <a:cs typeface="Calibri" pitchFamily="34" charset="-120"/>
              </a:rPr>
              <a:t>Smart Search  (in-file &amp; cross-file)</a:t>
            </a:r>
            <a:endParaRPr lang="en-US" sz="1667" dirty="0">
              <a:solidFill>
                <a:prstClr val="black"/>
              </a:solidFill>
              <a:latin typeface="Calibri" panose="020F0502020204030204"/>
            </a:endParaRPr>
          </a:p>
        </p:txBody>
      </p:sp>
      <p:sp>
        <p:nvSpPr>
          <p:cNvPr id="11" name="Text 9"/>
          <p:cNvSpPr/>
          <p:nvPr/>
        </p:nvSpPr>
        <p:spPr>
          <a:xfrm>
            <a:off x="707136" y="3328416"/>
            <a:ext cx="10668000" cy="1182624"/>
          </a:xfrm>
          <a:prstGeom prst="rect">
            <a:avLst/>
          </a:prstGeom>
          <a:noFill/>
          <a:ln/>
        </p:spPr>
        <p:txBody>
          <a:bodyPr wrap="square" rtlCol="0" anchor="t"/>
          <a:lstStyle/>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In-file: highlights occurrences in green; shows total count + current position; starts from the cursor line</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Navigate with ← → arrow keys or the Next button</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Search in All Files: scans every file in the same directory simultaneously</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1 MB binary chunk reading prevents memory overflow on huge directories</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State-machine filtering ignores noise between transaction boundaries</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Results shown in a TreeView: parent = filename, children = matching lines with original line numbers</a:t>
            </a:r>
            <a:endParaRPr lang="en-US" sz="1533" dirty="0">
              <a:solidFill>
                <a:prstClr val="black"/>
              </a:solidFill>
              <a:latin typeface="Calibri" panose="020F0502020204030204"/>
            </a:endParaRPr>
          </a:p>
        </p:txBody>
      </p:sp>
      <p:sp>
        <p:nvSpPr>
          <p:cNvPr id="12" name="Shape 10"/>
          <p:cNvSpPr/>
          <p:nvPr/>
        </p:nvSpPr>
        <p:spPr>
          <a:xfrm>
            <a:off x="469392" y="4888992"/>
            <a:ext cx="11338560" cy="168249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3" name="Shape 11"/>
          <p:cNvSpPr/>
          <p:nvPr/>
        </p:nvSpPr>
        <p:spPr>
          <a:xfrm>
            <a:off x="410678" y="4888992"/>
            <a:ext cx="85344" cy="1682496"/>
          </a:xfrm>
          <a:prstGeom prst="rect">
            <a:avLst/>
          </a:prstGeom>
          <a:solidFill>
            <a:srgbClr val="E8B84B"/>
          </a:solidFill>
          <a:ln w="12700">
            <a:solidFill>
              <a:srgbClr val="E8B84B"/>
            </a:solidFill>
            <a:prstDash val="solid"/>
          </a:ln>
        </p:spPr>
      </p:sp>
      <p:sp>
        <p:nvSpPr>
          <p:cNvPr id="14" name="Text 12"/>
          <p:cNvSpPr/>
          <p:nvPr/>
        </p:nvSpPr>
        <p:spPr>
          <a:xfrm>
            <a:off x="707136" y="4767072"/>
            <a:ext cx="10728960" cy="414528"/>
          </a:xfrm>
          <a:prstGeom prst="rect">
            <a:avLst/>
          </a:prstGeom>
          <a:noFill/>
          <a:ln/>
        </p:spPr>
        <p:txBody>
          <a:bodyPr wrap="square" lIns="0" tIns="0" rIns="0" bIns="0" rtlCol="0" anchor="ctr"/>
          <a:lstStyle/>
          <a:p>
            <a:pPr defTabSz="1219170"/>
            <a:r>
              <a:rPr lang="en-US" sz="1667" b="1" dirty="0">
                <a:solidFill>
                  <a:srgbClr val="E8B84B"/>
                </a:solidFill>
                <a:latin typeface="Calibri" pitchFamily="34" charset="0"/>
                <a:ea typeface="Calibri" pitchFamily="34" charset="-122"/>
                <a:cs typeface="Calibri" pitchFamily="34" charset="-120"/>
              </a:rPr>
              <a:t>Tree Navigation  (Expand / Collapse)</a:t>
            </a:r>
            <a:endParaRPr lang="en-US" sz="1667" dirty="0">
              <a:solidFill>
                <a:prstClr val="black"/>
              </a:solidFill>
              <a:latin typeface="Calibri" panose="020F0502020204030204"/>
            </a:endParaRPr>
          </a:p>
        </p:txBody>
      </p:sp>
      <p:sp>
        <p:nvSpPr>
          <p:cNvPr id="15" name="Text 13"/>
          <p:cNvSpPr/>
          <p:nvPr/>
        </p:nvSpPr>
        <p:spPr>
          <a:xfrm>
            <a:off x="707136" y="5181600"/>
            <a:ext cx="10668000" cy="1182624"/>
          </a:xfrm>
          <a:prstGeom prst="rect">
            <a:avLst/>
          </a:prstGeom>
          <a:noFill/>
          <a:ln/>
        </p:spPr>
        <p:txBody>
          <a:bodyPr wrap="square" rtlCol="0" anchor="t"/>
          <a:lstStyle/>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Expand All, Expand Node (level by level), Close Nodes buttons</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Double-click Expand closes all and resets to starting point</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Mirrors the server execution depth for step-by-step transaction walkthrough</a:t>
            </a:r>
            <a:endParaRPr lang="en-US" sz="1533" dirty="0">
              <a:solidFill>
                <a:prstClr val="black"/>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Core Features  ·  Part 2 of 2</a:t>
            </a:r>
            <a:endParaRPr lang="en-US" sz="2933" dirty="0">
              <a:solidFill>
                <a:prstClr val="black"/>
              </a:solidFill>
              <a:latin typeface="Calibri" panose="020F0502020204030204"/>
            </a:endParaRPr>
          </a:p>
        </p:txBody>
      </p:sp>
      <p:sp>
        <p:nvSpPr>
          <p:cNvPr id="4" name="Shape 2"/>
          <p:cNvSpPr/>
          <p:nvPr/>
        </p:nvSpPr>
        <p:spPr>
          <a:xfrm>
            <a:off x="426720" y="1011936"/>
            <a:ext cx="11338560" cy="168249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5" name="Shape 3"/>
          <p:cNvSpPr/>
          <p:nvPr/>
        </p:nvSpPr>
        <p:spPr>
          <a:xfrm>
            <a:off x="426720" y="1011936"/>
            <a:ext cx="85344" cy="1682496"/>
          </a:xfrm>
          <a:prstGeom prst="rect">
            <a:avLst/>
          </a:prstGeom>
          <a:solidFill>
            <a:srgbClr val="0A8A7E"/>
          </a:solidFill>
          <a:ln w="12700">
            <a:solidFill>
              <a:srgbClr val="0A8A7E"/>
            </a:solidFill>
            <a:prstDash val="solid"/>
          </a:ln>
        </p:spPr>
      </p:sp>
      <p:sp>
        <p:nvSpPr>
          <p:cNvPr id="6" name="Text 4"/>
          <p:cNvSpPr/>
          <p:nvPr/>
        </p:nvSpPr>
        <p:spPr>
          <a:xfrm>
            <a:off x="707136" y="1060704"/>
            <a:ext cx="10728960" cy="414528"/>
          </a:xfrm>
          <a:prstGeom prst="rect">
            <a:avLst/>
          </a:prstGeom>
          <a:noFill/>
          <a:ln/>
        </p:spPr>
        <p:txBody>
          <a:bodyPr wrap="square" lIns="0" tIns="0" rIns="0" bIns="0" rtlCol="0" anchor="ctr"/>
          <a:lstStyle/>
          <a:p>
            <a:pPr defTabSz="1219170"/>
            <a:r>
              <a:rPr lang="en-US" sz="1667" b="1" dirty="0">
                <a:solidFill>
                  <a:srgbClr val="0A8A7E"/>
                </a:solidFill>
                <a:latin typeface="Calibri" pitchFamily="34" charset="0"/>
                <a:ea typeface="Calibri" pitchFamily="34" charset="-122"/>
                <a:cs typeface="Calibri" pitchFamily="34" charset="-120"/>
              </a:rPr>
              <a:t>Time Chart  —  L(t) Performance Visualization</a:t>
            </a:r>
            <a:endParaRPr lang="en-US" sz="1667" dirty="0">
              <a:solidFill>
                <a:prstClr val="black"/>
              </a:solidFill>
              <a:latin typeface="Calibri" panose="020F0502020204030204"/>
            </a:endParaRPr>
          </a:p>
        </p:txBody>
      </p:sp>
      <p:sp>
        <p:nvSpPr>
          <p:cNvPr id="7" name="Text 5"/>
          <p:cNvSpPr/>
          <p:nvPr/>
        </p:nvSpPr>
        <p:spPr>
          <a:xfrm>
            <a:off x="707136" y="1475232"/>
            <a:ext cx="10668000" cy="1182624"/>
          </a:xfrm>
          <a:prstGeom prst="rect">
            <a:avLst/>
          </a:prstGeom>
          <a:noFill/>
          <a:ln/>
        </p:spPr>
        <p:txBody>
          <a:bodyPr wrap="square" rtlCol="0" anchor="t"/>
          <a:lstStyle/>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Timestamp format: 20260128143510.10028348 — parser extracts per-step durations</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Aggregation function L(t) = Σ Lᵢ(t) gives total accumulated execution time</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Toggle switch computes the derivative L'(t) to expose rate-of-change and critical spikes</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Right-click on any data point opens the log content for that step AND jumps to the exact line</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Built with Matplotlib TkAgg backend; path chunksize tuned for 100 000+ point plots</a:t>
            </a:r>
            <a:endParaRPr lang="en-US" sz="1533" dirty="0">
              <a:solidFill>
                <a:prstClr val="black"/>
              </a:solidFill>
              <a:latin typeface="Calibri" panose="020F0502020204030204"/>
            </a:endParaRPr>
          </a:p>
        </p:txBody>
      </p:sp>
      <p:sp>
        <p:nvSpPr>
          <p:cNvPr id="8" name="Shape 6"/>
          <p:cNvSpPr/>
          <p:nvPr/>
        </p:nvSpPr>
        <p:spPr>
          <a:xfrm>
            <a:off x="426720" y="2865120"/>
            <a:ext cx="11338560" cy="168249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9" name="Shape 7"/>
          <p:cNvSpPr/>
          <p:nvPr/>
        </p:nvSpPr>
        <p:spPr>
          <a:xfrm>
            <a:off x="426720" y="2865120"/>
            <a:ext cx="85344" cy="1682496"/>
          </a:xfrm>
          <a:prstGeom prst="rect">
            <a:avLst/>
          </a:prstGeom>
          <a:solidFill>
            <a:srgbClr val="6C5CE7"/>
          </a:solidFill>
          <a:ln w="12700">
            <a:solidFill>
              <a:srgbClr val="6C5CE7"/>
            </a:solidFill>
            <a:prstDash val="solid"/>
          </a:ln>
        </p:spPr>
      </p:sp>
      <p:sp>
        <p:nvSpPr>
          <p:cNvPr id="10" name="Text 8"/>
          <p:cNvSpPr/>
          <p:nvPr/>
        </p:nvSpPr>
        <p:spPr>
          <a:xfrm>
            <a:off x="707136" y="2913888"/>
            <a:ext cx="10728960" cy="414528"/>
          </a:xfrm>
          <a:prstGeom prst="rect">
            <a:avLst/>
          </a:prstGeom>
          <a:noFill/>
          <a:ln/>
        </p:spPr>
        <p:txBody>
          <a:bodyPr wrap="square" lIns="0" tIns="0" rIns="0" bIns="0" rtlCol="0" anchor="ctr"/>
          <a:lstStyle/>
          <a:p>
            <a:pPr defTabSz="1219170"/>
            <a:r>
              <a:rPr lang="en-US" sz="1667" b="1" dirty="0">
                <a:solidFill>
                  <a:srgbClr val="6C5CE7"/>
                </a:solidFill>
                <a:latin typeface="Calibri" pitchFamily="34" charset="0"/>
                <a:ea typeface="Calibri" pitchFamily="34" charset="-122"/>
                <a:cs typeface="Calibri" pitchFamily="34" charset="-120"/>
              </a:rPr>
              <a:t>File Comparison</a:t>
            </a:r>
            <a:endParaRPr lang="en-US" sz="1667" dirty="0">
              <a:solidFill>
                <a:prstClr val="black"/>
              </a:solidFill>
              <a:latin typeface="Calibri" panose="020F0502020204030204"/>
            </a:endParaRPr>
          </a:p>
        </p:txBody>
      </p:sp>
      <p:sp>
        <p:nvSpPr>
          <p:cNvPr id="11" name="Text 9"/>
          <p:cNvSpPr/>
          <p:nvPr/>
        </p:nvSpPr>
        <p:spPr>
          <a:xfrm>
            <a:off x="707136" y="3328416"/>
            <a:ext cx="10668000" cy="1182624"/>
          </a:xfrm>
          <a:prstGeom prst="rect">
            <a:avLst/>
          </a:prstGeom>
          <a:noFill/>
          <a:ln/>
        </p:spPr>
        <p:txBody>
          <a:bodyPr wrap="square" rtlCol="0" anchor="t"/>
          <a:lstStyle/>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Compares current log vs. any second file row-by-row with token-level diffing</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FOUND (orange) — row exists in both files but at a different position</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NOT FOUND (blue) — row is completely missing in the other file</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Helps diagnose why the same transaction behaves differently across customer environments</a:t>
            </a:r>
            <a:endParaRPr lang="en-US" sz="1533" dirty="0">
              <a:solidFill>
                <a:prstClr val="black"/>
              </a:solidFill>
              <a:latin typeface="Calibri" panose="020F0502020204030204"/>
            </a:endParaRPr>
          </a:p>
        </p:txBody>
      </p:sp>
      <p:sp>
        <p:nvSpPr>
          <p:cNvPr id="12" name="Shape 10"/>
          <p:cNvSpPr/>
          <p:nvPr/>
        </p:nvSpPr>
        <p:spPr>
          <a:xfrm>
            <a:off x="426720" y="4718304"/>
            <a:ext cx="11338560" cy="168249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3" name="Shape 11"/>
          <p:cNvSpPr/>
          <p:nvPr/>
        </p:nvSpPr>
        <p:spPr>
          <a:xfrm>
            <a:off x="426720" y="4718304"/>
            <a:ext cx="85344" cy="1682496"/>
          </a:xfrm>
          <a:prstGeom prst="rect">
            <a:avLst/>
          </a:prstGeom>
          <a:solidFill>
            <a:srgbClr val="E8B84B"/>
          </a:solidFill>
          <a:ln w="12700">
            <a:solidFill>
              <a:srgbClr val="E8B84B"/>
            </a:solidFill>
            <a:prstDash val="solid"/>
          </a:ln>
        </p:spPr>
      </p:sp>
      <p:sp>
        <p:nvSpPr>
          <p:cNvPr id="14" name="Text 12"/>
          <p:cNvSpPr/>
          <p:nvPr/>
        </p:nvSpPr>
        <p:spPr>
          <a:xfrm>
            <a:off x="707136" y="4767072"/>
            <a:ext cx="10728960" cy="414528"/>
          </a:xfrm>
          <a:prstGeom prst="rect">
            <a:avLst/>
          </a:prstGeom>
          <a:noFill/>
          <a:ln/>
        </p:spPr>
        <p:txBody>
          <a:bodyPr wrap="square" lIns="0" tIns="0" rIns="0" bIns="0" rtlCol="0" anchor="ctr"/>
          <a:lstStyle/>
          <a:p>
            <a:pPr defTabSz="1219170"/>
            <a:r>
              <a:rPr lang="en-US" sz="1667" b="1" dirty="0">
                <a:solidFill>
                  <a:srgbClr val="E8B84B"/>
                </a:solidFill>
                <a:latin typeface="Calibri" pitchFamily="34" charset="0"/>
                <a:ea typeface="Calibri" pitchFamily="34" charset="-122"/>
                <a:cs typeface="Calibri" pitchFamily="34" charset="-120"/>
              </a:rPr>
              <a:t>XML Time Analysis  +  Query Analyzer</a:t>
            </a:r>
            <a:endParaRPr lang="en-US" sz="1667" dirty="0">
              <a:solidFill>
                <a:prstClr val="black"/>
              </a:solidFill>
              <a:latin typeface="Calibri" panose="020F0502020204030204"/>
            </a:endParaRPr>
          </a:p>
        </p:txBody>
      </p:sp>
      <p:sp>
        <p:nvSpPr>
          <p:cNvPr id="15" name="Text 13"/>
          <p:cNvSpPr/>
          <p:nvPr/>
        </p:nvSpPr>
        <p:spPr>
          <a:xfrm>
            <a:off x="707136" y="5181600"/>
            <a:ext cx="10668000" cy="1182624"/>
          </a:xfrm>
          <a:prstGeom prst="rect">
            <a:avLst/>
          </a:prstGeom>
          <a:noFill/>
          <a:ln/>
        </p:spPr>
        <p:txBody>
          <a:bodyPr wrap="square" rtlCol="0" anchor="t"/>
          <a:lstStyle/>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Parses XML response document; calculates Start→End duration per node</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Hierarchical TreeView: Index, Node Type, Execution Time (ms/s), Attributes</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Top-3 slowest nodes at each level highlighted in red automatically</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Right-click on any node reveals the full SQL query in a popup</a:t>
            </a:r>
            <a:endParaRPr lang="en-US" sz="1533" dirty="0">
              <a:solidFill>
                <a:prstClr val="black"/>
              </a:solidFill>
              <a:latin typeface="Calibri" panose="020F0502020204030204"/>
            </a:endParaRPr>
          </a:p>
          <a:p>
            <a:pPr marL="914377" lvl="1" indent="-457189" defTabSz="1219170">
              <a:buSzPct val="100000"/>
              <a:buFontTx/>
              <a:buChar char="◦"/>
            </a:pPr>
            <a:r>
              <a:rPr lang="en-US" sz="1533" dirty="0">
                <a:solidFill>
                  <a:srgbClr val="7B8FAB"/>
                </a:solidFill>
                <a:latin typeface="Calibri" pitchFamily="34" charset="0"/>
                <a:ea typeface="Calibri" pitchFamily="34" charset="-122"/>
                <a:cs typeface="Calibri" pitchFamily="34" charset="-120"/>
              </a:rPr>
              <a:t>Analyze Queries button sorts all DB queries by execution time for bottleneck focus</a:t>
            </a:r>
            <a:endParaRPr lang="en-US" sz="1533" dirty="0">
              <a:solidFill>
                <a:prstClr val="black"/>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AI Integration  —  SiemensGPT</a:t>
            </a:r>
            <a:endParaRPr lang="en-US" sz="2933" dirty="0">
              <a:solidFill>
                <a:prstClr val="black"/>
              </a:solidFill>
              <a:latin typeface="Calibri" panose="020F0502020204030204"/>
            </a:endParaRPr>
          </a:p>
        </p:txBody>
      </p:sp>
      <p:sp>
        <p:nvSpPr>
          <p:cNvPr id="4" name="Shape 2"/>
          <p:cNvSpPr/>
          <p:nvPr/>
        </p:nvSpPr>
        <p:spPr>
          <a:xfrm>
            <a:off x="426720" y="1060704"/>
            <a:ext cx="633984" cy="633984"/>
          </a:xfrm>
          <a:prstGeom prst="ellipse">
            <a:avLst/>
          </a:prstGeom>
          <a:solidFill>
            <a:srgbClr val="0A8A7E"/>
          </a:solidFill>
          <a:ln w="12700">
            <a:solidFill>
              <a:srgbClr val="0A8A7E"/>
            </a:solidFill>
            <a:prstDash val="solid"/>
          </a:ln>
        </p:spPr>
      </p:sp>
      <p:sp>
        <p:nvSpPr>
          <p:cNvPr id="5" name="Text 3"/>
          <p:cNvSpPr/>
          <p:nvPr/>
        </p:nvSpPr>
        <p:spPr>
          <a:xfrm>
            <a:off x="426720" y="1060704"/>
            <a:ext cx="633984" cy="633984"/>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1</a:t>
            </a:r>
            <a:endParaRPr lang="en-US" sz="1867" dirty="0">
              <a:solidFill>
                <a:prstClr val="black"/>
              </a:solidFill>
              <a:latin typeface="Calibri" panose="020F0502020204030204"/>
            </a:endParaRPr>
          </a:p>
        </p:txBody>
      </p:sp>
      <p:sp>
        <p:nvSpPr>
          <p:cNvPr id="6" name="Shape 4"/>
          <p:cNvSpPr/>
          <p:nvPr/>
        </p:nvSpPr>
        <p:spPr>
          <a:xfrm>
            <a:off x="743712" y="1694688"/>
            <a:ext cx="0" cy="487680"/>
          </a:xfrm>
          <a:prstGeom prst="line">
            <a:avLst/>
          </a:prstGeom>
          <a:noFill/>
          <a:ln w="19050">
            <a:solidFill>
              <a:srgbClr val="0A8A7E"/>
            </a:solidFill>
            <a:prstDash val="sysDot"/>
          </a:ln>
        </p:spPr>
      </p:sp>
      <p:sp>
        <p:nvSpPr>
          <p:cNvPr id="7" name="Shape 5"/>
          <p:cNvSpPr/>
          <p:nvPr/>
        </p:nvSpPr>
        <p:spPr>
          <a:xfrm>
            <a:off x="1280160" y="1060704"/>
            <a:ext cx="7132320"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8" name="Shape 6"/>
          <p:cNvSpPr/>
          <p:nvPr/>
        </p:nvSpPr>
        <p:spPr>
          <a:xfrm>
            <a:off x="1280160" y="1060704"/>
            <a:ext cx="85344" cy="914400"/>
          </a:xfrm>
          <a:prstGeom prst="rect">
            <a:avLst/>
          </a:prstGeom>
          <a:solidFill>
            <a:srgbClr val="0A8A7E"/>
          </a:solidFill>
          <a:ln w="12700">
            <a:solidFill>
              <a:srgbClr val="0A8A7E"/>
            </a:solidFill>
            <a:prstDash val="solid"/>
          </a:ln>
        </p:spPr>
      </p:sp>
      <p:sp>
        <p:nvSpPr>
          <p:cNvPr id="9" name="Text 7"/>
          <p:cNvSpPr/>
          <p:nvPr/>
        </p:nvSpPr>
        <p:spPr>
          <a:xfrm>
            <a:off x="1524000" y="1097280"/>
            <a:ext cx="6705600" cy="341376"/>
          </a:xfrm>
          <a:prstGeom prst="rect">
            <a:avLst/>
          </a:prstGeom>
          <a:noFill/>
          <a:ln/>
        </p:spPr>
        <p:txBody>
          <a:bodyPr wrap="square" lIns="0" tIns="0" rIns="0" bIns="0" rtlCol="0" anchor="ctr"/>
          <a:lstStyle/>
          <a:p>
            <a:pPr defTabSz="1219170"/>
            <a:r>
              <a:rPr lang="en-US" sz="1533" b="1" dirty="0">
                <a:solidFill>
                  <a:srgbClr val="0A8A7E"/>
                </a:solidFill>
                <a:latin typeface="Calibri" pitchFamily="34" charset="0"/>
                <a:ea typeface="Calibri" pitchFamily="34" charset="-122"/>
                <a:cs typeface="Calibri" pitchFamily="34" charset="-120"/>
              </a:rPr>
              <a:t>Select log rows</a:t>
            </a:r>
            <a:endParaRPr lang="en-US" sz="1533" dirty="0">
              <a:solidFill>
                <a:prstClr val="black"/>
              </a:solidFill>
              <a:latin typeface="Calibri" panose="020F0502020204030204"/>
            </a:endParaRPr>
          </a:p>
        </p:txBody>
      </p:sp>
      <p:sp>
        <p:nvSpPr>
          <p:cNvPr id="10" name="Text 8"/>
          <p:cNvSpPr/>
          <p:nvPr/>
        </p:nvSpPr>
        <p:spPr>
          <a:xfrm>
            <a:off x="1524000" y="1450848"/>
            <a:ext cx="6705600" cy="463296"/>
          </a:xfrm>
          <a:prstGeom prst="rect">
            <a:avLst/>
          </a:prstGeom>
          <a:noFill/>
          <a:ln/>
        </p:spPr>
        <p:txBody>
          <a:bodyPr wrap="square" lIns="0" tIns="0" rIns="0" bIns="0" rtlCol="0" anchor="t"/>
          <a:lstStyle/>
          <a:p>
            <a:pPr defTabSz="1219170"/>
            <a:r>
              <a:rPr lang="en-US" sz="1333" dirty="0">
                <a:solidFill>
                  <a:srgbClr val="1A2445"/>
                </a:solidFill>
                <a:latin typeface="Calibri" pitchFamily="34" charset="0"/>
                <a:ea typeface="Calibri" pitchFamily="34" charset="-122"/>
                <a:cs typeface="Calibri" pitchFamily="34" charset="-120"/>
              </a:rPr>
              <a:t>User pastes or selects the log segment to analyze (timestamps, thread IDs, CDO operations, CLF calls).</a:t>
            </a:r>
            <a:endParaRPr lang="en-US" sz="1333" dirty="0">
              <a:solidFill>
                <a:prstClr val="black"/>
              </a:solidFill>
              <a:latin typeface="Calibri" panose="020F0502020204030204"/>
            </a:endParaRPr>
          </a:p>
        </p:txBody>
      </p:sp>
      <p:sp>
        <p:nvSpPr>
          <p:cNvPr id="11" name="Shape 9"/>
          <p:cNvSpPr/>
          <p:nvPr/>
        </p:nvSpPr>
        <p:spPr>
          <a:xfrm>
            <a:off x="426720" y="2182368"/>
            <a:ext cx="633984" cy="633984"/>
          </a:xfrm>
          <a:prstGeom prst="ellipse">
            <a:avLst/>
          </a:prstGeom>
          <a:solidFill>
            <a:srgbClr val="0A8A7E"/>
          </a:solidFill>
          <a:ln w="12700">
            <a:solidFill>
              <a:srgbClr val="0A8A7E"/>
            </a:solidFill>
            <a:prstDash val="solid"/>
          </a:ln>
        </p:spPr>
      </p:sp>
      <p:sp>
        <p:nvSpPr>
          <p:cNvPr id="12" name="Text 10"/>
          <p:cNvSpPr/>
          <p:nvPr/>
        </p:nvSpPr>
        <p:spPr>
          <a:xfrm>
            <a:off x="426720" y="2182368"/>
            <a:ext cx="633984" cy="633984"/>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2</a:t>
            </a:r>
            <a:endParaRPr lang="en-US" sz="1867" dirty="0">
              <a:solidFill>
                <a:prstClr val="black"/>
              </a:solidFill>
              <a:latin typeface="Calibri" panose="020F0502020204030204"/>
            </a:endParaRPr>
          </a:p>
        </p:txBody>
      </p:sp>
      <p:sp>
        <p:nvSpPr>
          <p:cNvPr id="13" name="Shape 11"/>
          <p:cNvSpPr/>
          <p:nvPr/>
        </p:nvSpPr>
        <p:spPr>
          <a:xfrm>
            <a:off x="743712" y="2816352"/>
            <a:ext cx="0" cy="487680"/>
          </a:xfrm>
          <a:prstGeom prst="line">
            <a:avLst/>
          </a:prstGeom>
          <a:noFill/>
          <a:ln w="19050">
            <a:solidFill>
              <a:srgbClr val="0A8A7E"/>
            </a:solidFill>
            <a:prstDash val="sysDot"/>
          </a:ln>
        </p:spPr>
      </p:sp>
      <p:sp>
        <p:nvSpPr>
          <p:cNvPr id="14" name="Shape 12"/>
          <p:cNvSpPr/>
          <p:nvPr/>
        </p:nvSpPr>
        <p:spPr>
          <a:xfrm>
            <a:off x="1280160" y="2182368"/>
            <a:ext cx="7132320"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5" name="Shape 13"/>
          <p:cNvSpPr/>
          <p:nvPr/>
        </p:nvSpPr>
        <p:spPr>
          <a:xfrm>
            <a:off x="1280160" y="2182368"/>
            <a:ext cx="85344" cy="914400"/>
          </a:xfrm>
          <a:prstGeom prst="rect">
            <a:avLst/>
          </a:prstGeom>
          <a:solidFill>
            <a:srgbClr val="0A8A7E"/>
          </a:solidFill>
          <a:ln w="12700">
            <a:solidFill>
              <a:srgbClr val="0A8A7E"/>
            </a:solidFill>
            <a:prstDash val="solid"/>
          </a:ln>
        </p:spPr>
      </p:sp>
      <p:sp>
        <p:nvSpPr>
          <p:cNvPr id="16" name="Text 14"/>
          <p:cNvSpPr/>
          <p:nvPr/>
        </p:nvSpPr>
        <p:spPr>
          <a:xfrm>
            <a:off x="1524000" y="2218944"/>
            <a:ext cx="6705600" cy="341376"/>
          </a:xfrm>
          <a:prstGeom prst="rect">
            <a:avLst/>
          </a:prstGeom>
          <a:noFill/>
          <a:ln/>
        </p:spPr>
        <p:txBody>
          <a:bodyPr wrap="square" lIns="0" tIns="0" rIns="0" bIns="0" rtlCol="0" anchor="ctr"/>
          <a:lstStyle/>
          <a:p>
            <a:pPr defTabSz="1219170"/>
            <a:r>
              <a:rPr lang="en-US" sz="1533" b="1" dirty="0">
                <a:solidFill>
                  <a:srgbClr val="0A8A7E"/>
                </a:solidFill>
                <a:latin typeface="Calibri" pitchFamily="34" charset="0"/>
                <a:ea typeface="Calibri" pitchFamily="34" charset="-122"/>
                <a:cs typeface="Calibri" pitchFamily="34" charset="-120"/>
              </a:rPr>
              <a:t>Type a question</a:t>
            </a:r>
            <a:endParaRPr lang="en-US" sz="1533" dirty="0">
              <a:solidFill>
                <a:prstClr val="black"/>
              </a:solidFill>
              <a:latin typeface="Calibri" panose="020F0502020204030204"/>
            </a:endParaRPr>
          </a:p>
        </p:txBody>
      </p:sp>
      <p:sp>
        <p:nvSpPr>
          <p:cNvPr id="17" name="Text 15"/>
          <p:cNvSpPr/>
          <p:nvPr/>
        </p:nvSpPr>
        <p:spPr>
          <a:xfrm>
            <a:off x="1524000" y="2572512"/>
            <a:ext cx="6705600" cy="463296"/>
          </a:xfrm>
          <a:prstGeom prst="rect">
            <a:avLst/>
          </a:prstGeom>
          <a:noFill/>
          <a:ln/>
        </p:spPr>
        <p:txBody>
          <a:bodyPr wrap="square" lIns="0" tIns="0" rIns="0" bIns="0" rtlCol="0" anchor="t"/>
          <a:lstStyle/>
          <a:p>
            <a:pPr defTabSz="1219170"/>
            <a:r>
              <a:rPr lang="en-US" sz="1333" dirty="0">
                <a:solidFill>
                  <a:srgbClr val="1A2445"/>
                </a:solidFill>
                <a:latin typeface="Calibri" pitchFamily="34" charset="0"/>
                <a:ea typeface="Calibri" pitchFamily="34" charset="-122"/>
                <a:cs typeface="Calibri" pitchFamily="34" charset="-120"/>
              </a:rPr>
              <a:t>Natural language input: e.g. Why does this fail? or What is this CDO operation?</a:t>
            </a:r>
            <a:endParaRPr lang="en-US" sz="1333" dirty="0">
              <a:solidFill>
                <a:prstClr val="black"/>
              </a:solidFill>
              <a:latin typeface="Calibri" panose="020F0502020204030204"/>
            </a:endParaRPr>
          </a:p>
        </p:txBody>
      </p:sp>
      <p:sp>
        <p:nvSpPr>
          <p:cNvPr id="18" name="Shape 16"/>
          <p:cNvSpPr/>
          <p:nvPr/>
        </p:nvSpPr>
        <p:spPr>
          <a:xfrm>
            <a:off x="426720" y="3304032"/>
            <a:ext cx="633984" cy="633984"/>
          </a:xfrm>
          <a:prstGeom prst="ellipse">
            <a:avLst/>
          </a:prstGeom>
          <a:solidFill>
            <a:srgbClr val="0A8A7E"/>
          </a:solidFill>
          <a:ln w="12700">
            <a:solidFill>
              <a:srgbClr val="0A8A7E"/>
            </a:solidFill>
            <a:prstDash val="solid"/>
          </a:ln>
        </p:spPr>
      </p:sp>
      <p:sp>
        <p:nvSpPr>
          <p:cNvPr id="19" name="Text 17"/>
          <p:cNvSpPr/>
          <p:nvPr/>
        </p:nvSpPr>
        <p:spPr>
          <a:xfrm>
            <a:off x="426720" y="3304032"/>
            <a:ext cx="633984" cy="633984"/>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3</a:t>
            </a:r>
            <a:endParaRPr lang="en-US" sz="1867" dirty="0">
              <a:solidFill>
                <a:prstClr val="black"/>
              </a:solidFill>
              <a:latin typeface="Calibri" panose="020F0502020204030204"/>
            </a:endParaRPr>
          </a:p>
        </p:txBody>
      </p:sp>
      <p:sp>
        <p:nvSpPr>
          <p:cNvPr id="20" name="Shape 18"/>
          <p:cNvSpPr/>
          <p:nvPr/>
        </p:nvSpPr>
        <p:spPr>
          <a:xfrm>
            <a:off x="743712" y="3938016"/>
            <a:ext cx="0" cy="487680"/>
          </a:xfrm>
          <a:prstGeom prst="line">
            <a:avLst/>
          </a:prstGeom>
          <a:noFill/>
          <a:ln w="19050">
            <a:solidFill>
              <a:srgbClr val="0A8A7E"/>
            </a:solidFill>
            <a:prstDash val="sysDot"/>
          </a:ln>
        </p:spPr>
      </p:sp>
      <p:sp>
        <p:nvSpPr>
          <p:cNvPr id="21" name="Shape 19"/>
          <p:cNvSpPr/>
          <p:nvPr/>
        </p:nvSpPr>
        <p:spPr>
          <a:xfrm>
            <a:off x="1280160" y="3304032"/>
            <a:ext cx="7132320"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22" name="Shape 20"/>
          <p:cNvSpPr/>
          <p:nvPr/>
        </p:nvSpPr>
        <p:spPr>
          <a:xfrm>
            <a:off x="1280160" y="3304032"/>
            <a:ext cx="85344" cy="914400"/>
          </a:xfrm>
          <a:prstGeom prst="rect">
            <a:avLst/>
          </a:prstGeom>
          <a:solidFill>
            <a:srgbClr val="0A8A7E"/>
          </a:solidFill>
          <a:ln w="12700">
            <a:solidFill>
              <a:srgbClr val="0A8A7E"/>
            </a:solidFill>
            <a:prstDash val="solid"/>
          </a:ln>
        </p:spPr>
      </p:sp>
      <p:sp>
        <p:nvSpPr>
          <p:cNvPr id="23" name="Text 21"/>
          <p:cNvSpPr/>
          <p:nvPr/>
        </p:nvSpPr>
        <p:spPr>
          <a:xfrm>
            <a:off x="1524000" y="3340608"/>
            <a:ext cx="6705600" cy="341376"/>
          </a:xfrm>
          <a:prstGeom prst="rect">
            <a:avLst/>
          </a:prstGeom>
          <a:noFill/>
          <a:ln/>
        </p:spPr>
        <p:txBody>
          <a:bodyPr wrap="square" lIns="0" tIns="0" rIns="0" bIns="0" rtlCol="0" anchor="ctr"/>
          <a:lstStyle/>
          <a:p>
            <a:pPr defTabSz="1219170"/>
            <a:r>
              <a:rPr lang="en-US" sz="1533" b="1" dirty="0">
                <a:solidFill>
                  <a:srgbClr val="0A8A7E"/>
                </a:solidFill>
                <a:latin typeface="Calibri" pitchFamily="34" charset="0"/>
                <a:ea typeface="Calibri" pitchFamily="34" charset="-122"/>
                <a:cs typeface="Calibri" pitchFamily="34" charset="-120"/>
              </a:rPr>
              <a:t>Chunked pre-processing</a:t>
            </a:r>
            <a:endParaRPr lang="en-US" sz="1533" dirty="0">
              <a:solidFill>
                <a:prstClr val="black"/>
              </a:solidFill>
              <a:latin typeface="Calibri" panose="020F0502020204030204"/>
            </a:endParaRPr>
          </a:p>
        </p:txBody>
      </p:sp>
      <p:sp>
        <p:nvSpPr>
          <p:cNvPr id="24" name="Text 22"/>
          <p:cNvSpPr/>
          <p:nvPr/>
        </p:nvSpPr>
        <p:spPr>
          <a:xfrm>
            <a:off x="1524000" y="3694176"/>
            <a:ext cx="6705600" cy="463296"/>
          </a:xfrm>
          <a:prstGeom prst="rect">
            <a:avLst/>
          </a:prstGeom>
          <a:noFill/>
          <a:ln/>
        </p:spPr>
        <p:txBody>
          <a:bodyPr wrap="square" lIns="0" tIns="0" rIns="0" bIns="0" rtlCol="0" anchor="t"/>
          <a:lstStyle/>
          <a:p>
            <a:pPr defTabSz="1219170"/>
            <a:r>
              <a:rPr lang="en-US" sz="1333" dirty="0">
                <a:solidFill>
                  <a:srgbClr val="1A2445"/>
                </a:solidFill>
                <a:latin typeface="Calibri" pitchFamily="34" charset="0"/>
                <a:ea typeface="Calibri" pitchFamily="34" charset="-122"/>
                <a:cs typeface="Calibri" pitchFamily="34" charset="-120"/>
              </a:rPr>
              <a:t>Log text is tokenized and split into ≤7500-token chunks to stay within API limits while covering large logs.</a:t>
            </a:r>
            <a:endParaRPr lang="en-US" sz="1333" dirty="0">
              <a:solidFill>
                <a:prstClr val="black"/>
              </a:solidFill>
              <a:latin typeface="Calibri" panose="020F0502020204030204"/>
            </a:endParaRPr>
          </a:p>
        </p:txBody>
      </p:sp>
      <p:sp>
        <p:nvSpPr>
          <p:cNvPr id="25" name="Shape 23"/>
          <p:cNvSpPr/>
          <p:nvPr/>
        </p:nvSpPr>
        <p:spPr>
          <a:xfrm>
            <a:off x="426720" y="4425696"/>
            <a:ext cx="633984" cy="633984"/>
          </a:xfrm>
          <a:prstGeom prst="ellipse">
            <a:avLst/>
          </a:prstGeom>
          <a:solidFill>
            <a:srgbClr val="0A8A7E"/>
          </a:solidFill>
          <a:ln w="12700">
            <a:solidFill>
              <a:srgbClr val="0A8A7E"/>
            </a:solidFill>
            <a:prstDash val="solid"/>
          </a:ln>
        </p:spPr>
      </p:sp>
      <p:sp>
        <p:nvSpPr>
          <p:cNvPr id="26" name="Text 24"/>
          <p:cNvSpPr/>
          <p:nvPr/>
        </p:nvSpPr>
        <p:spPr>
          <a:xfrm>
            <a:off x="426720" y="4425696"/>
            <a:ext cx="633984" cy="633984"/>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4</a:t>
            </a:r>
            <a:endParaRPr lang="en-US" sz="1867" dirty="0">
              <a:solidFill>
                <a:prstClr val="black"/>
              </a:solidFill>
              <a:latin typeface="Calibri" panose="020F0502020204030204"/>
            </a:endParaRPr>
          </a:p>
        </p:txBody>
      </p:sp>
      <p:sp>
        <p:nvSpPr>
          <p:cNvPr id="27" name="Shape 25"/>
          <p:cNvSpPr/>
          <p:nvPr/>
        </p:nvSpPr>
        <p:spPr>
          <a:xfrm>
            <a:off x="743712" y="5059680"/>
            <a:ext cx="0" cy="487680"/>
          </a:xfrm>
          <a:prstGeom prst="line">
            <a:avLst/>
          </a:prstGeom>
          <a:noFill/>
          <a:ln w="19050">
            <a:solidFill>
              <a:srgbClr val="0A8A7E"/>
            </a:solidFill>
            <a:prstDash val="sysDot"/>
          </a:ln>
        </p:spPr>
      </p:sp>
      <p:sp>
        <p:nvSpPr>
          <p:cNvPr id="28" name="Shape 26"/>
          <p:cNvSpPr/>
          <p:nvPr/>
        </p:nvSpPr>
        <p:spPr>
          <a:xfrm>
            <a:off x="1280160" y="4425696"/>
            <a:ext cx="7132320"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29" name="Shape 27"/>
          <p:cNvSpPr/>
          <p:nvPr/>
        </p:nvSpPr>
        <p:spPr>
          <a:xfrm>
            <a:off x="1280160" y="4425696"/>
            <a:ext cx="85344" cy="914400"/>
          </a:xfrm>
          <a:prstGeom prst="rect">
            <a:avLst/>
          </a:prstGeom>
          <a:solidFill>
            <a:srgbClr val="0A8A7E"/>
          </a:solidFill>
          <a:ln w="12700">
            <a:solidFill>
              <a:srgbClr val="0A8A7E"/>
            </a:solidFill>
            <a:prstDash val="solid"/>
          </a:ln>
        </p:spPr>
      </p:sp>
      <p:sp>
        <p:nvSpPr>
          <p:cNvPr id="30" name="Text 28"/>
          <p:cNvSpPr/>
          <p:nvPr/>
        </p:nvSpPr>
        <p:spPr>
          <a:xfrm>
            <a:off x="1524000" y="4462272"/>
            <a:ext cx="6705600" cy="341376"/>
          </a:xfrm>
          <a:prstGeom prst="rect">
            <a:avLst/>
          </a:prstGeom>
          <a:noFill/>
          <a:ln/>
        </p:spPr>
        <p:txBody>
          <a:bodyPr wrap="square" lIns="0" tIns="0" rIns="0" bIns="0" rtlCol="0" anchor="ctr"/>
          <a:lstStyle/>
          <a:p>
            <a:pPr defTabSz="1219170"/>
            <a:r>
              <a:rPr lang="en-US" sz="1533" b="1" dirty="0">
                <a:solidFill>
                  <a:srgbClr val="0A8A7E"/>
                </a:solidFill>
                <a:latin typeface="Calibri" pitchFamily="34" charset="0"/>
                <a:ea typeface="Calibri" pitchFamily="34" charset="-122"/>
                <a:cs typeface="Calibri" pitchFamily="34" charset="-120"/>
              </a:rPr>
              <a:t>API call per chunk</a:t>
            </a:r>
            <a:endParaRPr lang="en-US" sz="1533" dirty="0">
              <a:solidFill>
                <a:prstClr val="black"/>
              </a:solidFill>
              <a:latin typeface="Calibri" panose="020F0502020204030204"/>
            </a:endParaRPr>
          </a:p>
        </p:txBody>
      </p:sp>
      <p:sp>
        <p:nvSpPr>
          <p:cNvPr id="31" name="Text 29"/>
          <p:cNvSpPr/>
          <p:nvPr/>
        </p:nvSpPr>
        <p:spPr>
          <a:xfrm>
            <a:off x="1524000" y="4815840"/>
            <a:ext cx="6705600" cy="463296"/>
          </a:xfrm>
          <a:prstGeom prst="rect">
            <a:avLst/>
          </a:prstGeom>
          <a:noFill/>
          <a:ln/>
        </p:spPr>
        <p:txBody>
          <a:bodyPr wrap="square" lIns="0" tIns="0" rIns="0" bIns="0" rtlCol="0" anchor="t"/>
          <a:lstStyle/>
          <a:p>
            <a:pPr defTabSz="1219170"/>
            <a:r>
              <a:rPr lang="en-US" sz="1333" dirty="0">
                <a:solidFill>
                  <a:srgbClr val="1A2445"/>
                </a:solidFill>
                <a:latin typeface="Calibri" pitchFamily="34" charset="0"/>
                <a:ea typeface="Calibri" pitchFamily="34" charset="-122"/>
                <a:cs typeface="Calibri" pitchFamily="34" charset="-120"/>
              </a:rPr>
              <a:t>Each chunk + question is sent to https://api.siemens.com/llm/v1/chat/completions with structural context.</a:t>
            </a:r>
            <a:endParaRPr lang="en-US" sz="1333" dirty="0">
              <a:solidFill>
                <a:prstClr val="black"/>
              </a:solidFill>
              <a:latin typeface="Calibri" panose="020F0502020204030204"/>
            </a:endParaRPr>
          </a:p>
        </p:txBody>
      </p:sp>
      <p:sp>
        <p:nvSpPr>
          <p:cNvPr id="32" name="Shape 30"/>
          <p:cNvSpPr/>
          <p:nvPr/>
        </p:nvSpPr>
        <p:spPr>
          <a:xfrm>
            <a:off x="426720" y="5547360"/>
            <a:ext cx="633984" cy="633984"/>
          </a:xfrm>
          <a:prstGeom prst="ellipse">
            <a:avLst/>
          </a:prstGeom>
          <a:solidFill>
            <a:srgbClr val="0A8A7E"/>
          </a:solidFill>
          <a:ln w="12700">
            <a:solidFill>
              <a:srgbClr val="0A8A7E"/>
            </a:solidFill>
            <a:prstDash val="solid"/>
          </a:ln>
        </p:spPr>
      </p:sp>
      <p:sp>
        <p:nvSpPr>
          <p:cNvPr id="33" name="Text 31"/>
          <p:cNvSpPr/>
          <p:nvPr/>
        </p:nvSpPr>
        <p:spPr>
          <a:xfrm>
            <a:off x="426720" y="5547360"/>
            <a:ext cx="633984" cy="633984"/>
          </a:xfrm>
          <a:prstGeom prst="rect">
            <a:avLst/>
          </a:prstGeom>
          <a:noFill/>
          <a:ln/>
        </p:spPr>
        <p:txBody>
          <a:bodyPr wrap="square" lIns="0" tIns="0" rIns="0" bIns="0" rtlCol="0" anchor="ctr"/>
          <a:lstStyle/>
          <a:p>
            <a:pPr algn="ctr" defTabSz="1219170"/>
            <a:r>
              <a:rPr lang="en-US" sz="1867" b="1" dirty="0">
                <a:solidFill>
                  <a:srgbClr val="FFFFFF"/>
                </a:solidFill>
                <a:latin typeface="Calibri" pitchFamily="34" charset="0"/>
                <a:ea typeface="Calibri" pitchFamily="34" charset="-122"/>
                <a:cs typeface="Calibri" pitchFamily="34" charset="-120"/>
              </a:rPr>
              <a:t>5</a:t>
            </a:r>
            <a:endParaRPr lang="en-US" sz="1867" dirty="0">
              <a:solidFill>
                <a:prstClr val="black"/>
              </a:solidFill>
              <a:latin typeface="Calibri" panose="020F0502020204030204"/>
            </a:endParaRPr>
          </a:p>
        </p:txBody>
      </p:sp>
      <p:sp>
        <p:nvSpPr>
          <p:cNvPr id="34" name="Shape 32"/>
          <p:cNvSpPr/>
          <p:nvPr/>
        </p:nvSpPr>
        <p:spPr>
          <a:xfrm>
            <a:off x="1280160" y="5547360"/>
            <a:ext cx="7132320"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35" name="Shape 33"/>
          <p:cNvSpPr/>
          <p:nvPr/>
        </p:nvSpPr>
        <p:spPr>
          <a:xfrm>
            <a:off x="1280160" y="5547360"/>
            <a:ext cx="85344" cy="914400"/>
          </a:xfrm>
          <a:prstGeom prst="rect">
            <a:avLst/>
          </a:prstGeom>
          <a:solidFill>
            <a:srgbClr val="0A8A7E"/>
          </a:solidFill>
          <a:ln w="12700">
            <a:solidFill>
              <a:srgbClr val="0A8A7E"/>
            </a:solidFill>
            <a:prstDash val="solid"/>
          </a:ln>
        </p:spPr>
      </p:sp>
      <p:sp>
        <p:nvSpPr>
          <p:cNvPr id="36" name="Text 34"/>
          <p:cNvSpPr/>
          <p:nvPr/>
        </p:nvSpPr>
        <p:spPr>
          <a:xfrm>
            <a:off x="1524000" y="5583936"/>
            <a:ext cx="6705600" cy="341376"/>
          </a:xfrm>
          <a:prstGeom prst="rect">
            <a:avLst/>
          </a:prstGeom>
          <a:noFill/>
          <a:ln/>
        </p:spPr>
        <p:txBody>
          <a:bodyPr wrap="square" lIns="0" tIns="0" rIns="0" bIns="0" rtlCol="0" anchor="ctr"/>
          <a:lstStyle/>
          <a:p>
            <a:pPr defTabSz="1219170"/>
            <a:r>
              <a:rPr lang="en-US" sz="1533" b="1" dirty="0">
                <a:solidFill>
                  <a:srgbClr val="0A8A7E"/>
                </a:solidFill>
                <a:latin typeface="Calibri" pitchFamily="34" charset="0"/>
                <a:ea typeface="Calibri" pitchFamily="34" charset="-122"/>
                <a:cs typeface="Calibri" pitchFamily="34" charset="-120"/>
              </a:rPr>
              <a:t>Answer displayed</a:t>
            </a:r>
            <a:endParaRPr lang="en-US" sz="1533" dirty="0">
              <a:solidFill>
                <a:prstClr val="black"/>
              </a:solidFill>
              <a:latin typeface="Calibri" panose="020F0502020204030204"/>
            </a:endParaRPr>
          </a:p>
        </p:txBody>
      </p:sp>
      <p:sp>
        <p:nvSpPr>
          <p:cNvPr id="37" name="Text 35"/>
          <p:cNvSpPr/>
          <p:nvPr/>
        </p:nvSpPr>
        <p:spPr>
          <a:xfrm>
            <a:off x="1524000" y="5937504"/>
            <a:ext cx="6705600" cy="463296"/>
          </a:xfrm>
          <a:prstGeom prst="rect">
            <a:avLst/>
          </a:prstGeom>
          <a:noFill/>
          <a:ln/>
        </p:spPr>
        <p:txBody>
          <a:bodyPr wrap="square" lIns="0" tIns="0" rIns="0" bIns="0" rtlCol="0" anchor="t"/>
          <a:lstStyle/>
          <a:p>
            <a:pPr defTabSz="1219170"/>
            <a:r>
              <a:rPr lang="en-US" sz="1333" dirty="0">
                <a:solidFill>
                  <a:srgbClr val="1A2445"/>
                </a:solidFill>
                <a:latin typeface="Calibri" pitchFamily="34" charset="0"/>
                <a:ea typeface="Calibri" pitchFamily="34" charset="-122"/>
                <a:cs typeface="Calibri" pitchFamily="34" charset="-120"/>
              </a:rPr>
              <a:t>Mistral-7B response is assembled and shown in the popup; the user can iterate with follow-up questions.</a:t>
            </a:r>
            <a:endParaRPr lang="en-US" sz="1333" dirty="0">
              <a:solidFill>
                <a:prstClr val="black"/>
              </a:solidFill>
              <a:latin typeface="Calibri" panose="020F0502020204030204"/>
            </a:endParaRPr>
          </a:p>
        </p:txBody>
      </p:sp>
      <p:sp>
        <p:nvSpPr>
          <p:cNvPr id="38" name="Shape 36"/>
          <p:cNvSpPr/>
          <p:nvPr/>
        </p:nvSpPr>
        <p:spPr>
          <a:xfrm>
            <a:off x="8717280" y="1036320"/>
            <a:ext cx="3048000" cy="554736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39" name="Shape 37"/>
          <p:cNvSpPr/>
          <p:nvPr/>
        </p:nvSpPr>
        <p:spPr>
          <a:xfrm>
            <a:off x="8717280" y="1036320"/>
            <a:ext cx="85344" cy="5547360"/>
          </a:xfrm>
          <a:prstGeom prst="rect">
            <a:avLst/>
          </a:prstGeom>
          <a:solidFill>
            <a:srgbClr val="E8B84B"/>
          </a:solidFill>
          <a:ln w="12700">
            <a:solidFill>
              <a:srgbClr val="E8B84B"/>
            </a:solidFill>
            <a:prstDash val="solid"/>
          </a:ln>
        </p:spPr>
      </p:sp>
      <p:sp>
        <p:nvSpPr>
          <p:cNvPr id="40" name="Text 38"/>
          <p:cNvSpPr/>
          <p:nvPr/>
        </p:nvSpPr>
        <p:spPr>
          <a:xfrm>
            <a:off x="8961120" y="1158240"/>
            <a:ext cx="2621280" cy="463296"/>
          </a:xfrm>
          <a:prstGeom prst="rect">
            <a:avLst/>
          </a:prstGeom>
          <a:noFill/>
          <a:ln/>
        </p:spPr>
        <p:txBody>
          <a:bodyPr wrap="square" lIns="0" tIns="0" rIns="0" bIns="0" rtlCol="0" anchor="ctr"/>
          <a:lstStyle/>
          <a:p>
            <a:pPr defTabSz="1219170"/>
            <a:r>
              <a:rPr lang="en-US" sz="1467" b="1" dirty="0">
                <a:solidFill>
                  <a:srgbClr val="1A2445"/>
                </a:solidFill>
                <a:latin typeface="Calibri" pitchFamily="34" charset="0"/>
                <a:ea typeface="Calibri" pitchFamily="34" charset="-122"/>
                <a:cs typeface="Calibri" pitchFamily="34" charset="-120"/>
              </a:rPr>
              <a:t>Model Details</a:t>
            </a:r>
            <a:endParaRPr lang="en-US" sz="1467" dirty="0">
              <a:solidFill>
                <a:prstClr val="black"/>
              </a:solidFill>
              <a:latin typeface="Calibri" panose="020F0502020204030204"/>
            </a:endParaRPr>
          </a:p>
        </p:txBody>
      </p:sp>
      <p:sp>
        <p:nvSpPr>
          <p:cNvPr id="41" name="Text 39"/>
          <p:cNvSpPr/>
          <p:nvPr/>
        </p:nvSpPr>
        <p:spPr>
          <a:xfrm>
            <a:off x="8961120" y="1767840"/>
            <a:ext cx="1036320" cy="463296"/>
          </a:xfrm>
          <a:prstGeom prst="rect">
            <a:avLst/>
          </a:prstGeom>
          <a:noFill/>
          <a:ln/>
        </p:spPr>
        <p:txBody>
          <a:bodyPr wrap="square" lIns="0" tIns="0" rIns="0" bIns="0" rtlCol="0" anchor="ctr"/>
          <a:lstStyle/>
          <a:p>
            <a:pPr defTabSz="1219170"/>
            <a:r>
              <a:rPr lang="en-US" sz="1200" b="1" dirty="0">
                <a:solidFill>
                  <a:srgbClr val="7B8FAB"/>
                </a:solidFill>
                <a:latin typeface="Calibri" pitchFamily="34" charset="0"/>
                <a:ea typeface="Calibri" pitchFamily="34" charset="-122"/>
                <a:cs typeface="Calibri" pitchFamily="34" charset="-120"/>
              </a:rPr>
              <a:t>Model</a:t>
            </a:r>
            <a:endParaRPr lang="en-US" sz="1200" dirty="0">
              <a:solidFill>
                <a:prstClr val="black"/>
              </a:solidFill>
              <a:latin typeface="Calibri" panose="020F0502020204030204"/>
            </a:endParaRPr>
          </a:p>
        </p:txBody>
      </p:sp>
      <p:sp>
        <p:nvSpPr>
          <p:cNvPr id="42" name="Text 40"/>
          <p:cNvSpPr/>
          <p:nvPr/>
        </p:nvSpPr>
        <p:spPr>
          <a:xfrm>
            <a:off x="9997440" y="1767840"/>
            <a:ext cx="1584960" cy="463296"/>
          </a:xfrm>
          <a:prstGeom prst="rect">
            <a:avLst/>
          </a:prstGeom>
          <a:noFill/>
          <a:ln/>
        </p:spPr>
        <p:txBody>
          <a:bodyPr wrap="square" lIns="0" tIns="0" rIns="0" bIns="0" rtlCol="0" anchor="ctr"/>
          <a:lstStyle/>
          <a:p>
            <a:pPr defTabSz="1219170"/>
            <a:r>
              <a:rPr lang="en-US" sz="1267" dirty="0">
                <a:solidFill>
                  <a:srgbClr val="1A2445"/>
                </a:solidFill>
                <a:latin typeface="Calibri" pitchFamily="34" charset="0"/>
                <a:ea typeface="Calibri" pitchFamily="34" charset="-122"/>
                <a:cs typeface="Calibri" pitchFamily="34" charset="-120"/>
              </a:rPr>
              <a:t>Mistral-7B-Instruct</a:t>
            </a:r>
            <a:endParaRPr lang="en-US" sz="1267" dirty="0">
              <a:solidFill>
                <a:prstClr val="black"/>
              </a:solidFill>
              <a:latin typeface="Calibri" panose="020F0502020204030204"/>
            </a:endParaRPr>
          </a:p>
        </p:txBody>
      </p:sp>
      <p:sp>
        <p:nvSpPr>
          <p:cNvPr id="43" name="Text 41"/>
          <p:cNvSpPr/>
          <p:nvPr/>
        </p:nvSpPr>
        <p:spPr>
          <a:xfrm>
            <a:off x="8961120" y="2426208"/>
            <a:ext cx="1036320" cy="463296"/>
          </a:xfrm>
          <a:prstGeom prst="rect">
            <a:avLst/>
          </a:prstGeom>
          <a:noFill/>
          <a:ln/>
        </p:spPr>
        <p:txBody>
          <a:bodyPr wrap="square" lIns="0" tIns="0" rIns="0" bIns="0" rtlCol="0" anchor="ctr"/>
          <a:lstStyle/>
          <a:p>
            <a:pPr defTabSz="1219170"/>
            <a:r>
              <a:rPr lang="en-US" sz="1200" b="1" dirty="0">
                <a:solidFill>
                  <a:srgbClr val="7B8FAB"/>
                </a:solidFill>
                <a:latin typeface="Calibri" pitchFamily="34" charset="0"/>
                <a:ea typeface="Calibri" pitchFamily="34" charset="-122"/>
                <a:cs typeface="Calibri" pitchFamily="34" charset="-120"/>
              </a:rPr>
              <a:t>Endpoint</a:t>
            </a:r>
            <a:endParaRPr lang="en-US" sz="1200" dirty="0">
              <a:solidFill>
                <a:prstClr val="black"/>
              </a:solidFill>
              <a:latin typeface="Calibri" panose="020F0502020204030204"/>
            </a:endParaRPr>
          </a:p>
        </p:txBody>
      </p:sp>
      <p:sp>
        <p:nvSpPr>
          <p:cNvPr id="44" name="Text 42"/>
          <p:cNvSpPr/>
          <p:nvPr/>
        </p:nvSpPr>
        <p:spPr>
          <a:xfrm>
            <a:off x="9997440" y="2426208"/>
            <a:ext cx="1584960" cy="463296"/>
          </a:xfrm>
          <a:prstGeom prst="rect">
            <a:avLst/>
          </a:prstGeom>
          <a:noFill/>
          <a:ln/>
        </p:spPr>
        <p:txBody>
          <a:bodyPr wrap="square" lIns="0" tIns="0" rIns="0" bIns="0" rtlCol="0" anchor="ctr"/>
          <a:lstStyle/>
          <a:p>
            <a:pPr defTabSz="1219170"/>
            <a:r>
              <a:rPr lang="en-US" sz="1267" dirty="0">
                <a:solidFill>
                  <a:srgbClr val="1A2445"/>
                </a:solidFill>
                <a:latin typeface="Calibri" pitchFamily="34" charset="0"/>
                <a:ea typeface="Calibri" pitchFamily="34" charset="-122"/>
                <a:cs typeface="Calibri" pitchFamily="34" charset="-120"/>
              </a:rPr>
              <a:t>api.siemens.com/llm</a:t>
            </a:r>
            <a:endParaRPr lang="en-US" sz="1267" dirty="0">
              <a:solidFill>
                <a:prstClr val="black"/>
              </a:solidFill>
              <a:latin typeface="Calibri" panose="020F0502020204030204"/>
            </a:endParaRPr>
          </a:p>
        </p:txBody>
      </p:sp>
      <p:sp>
        <p:nvSpPr>
          <p:cNvPr id="45" name="Text 43"/>
          <p:cNvSpPr/>
          <p:nvPr/>
        </p:nvSpPr>
        <p:spPr>
          <a:xfrm>
            <a:off x="8961120" y="3084576"/>
            <a:ext cx="1036320" cy="463296"/>
          </a:xfrm>
          <a:prstGeom prst="rect">
            <a:avLst/>
          </a:prstGeom>
          <a:noFill/>
          <a:ln/>
        </p:spPr>
        <p:txBody>
          <a:bodyPr wrap="square" lIns="0" tIns="0" rIns="0" bIns="0" rtlCol="0" anchor="ctr"/>
          <a:lstStyle/>
          <a:p>
            <a:pPr defTabSz="1219170"/>
            <a:r>
              <a:rPr lang="en-US" sz="1200" b="1" dirty="0">
                <a:solidFill>
                  <a:srgbClr val="7B8FAB"/>
                </a:solidFill>
                <a:latin typeface="Calibri" pitchFamily="34" charset="0"/>
                <a:ea typeface="Calibri" pitchFamily="34" charset="-122"/>
                <a:cs typeface="Calibri" pitchFamily="34" charset="-120"/>
              </a:rPr>
              <a:t>Chunks</a:t>
            </a:r>
            <a:endParaRPr lang="en-US" sz="1200" dirty="0">
              <a:solidFill>
                <a:prstClr val="black"/>
              </a:solidFill>
              <a:latin typeface="Calibri" panose="020F0502020204030204"/>
            </a:endParaRPr>
          </a:p>
        </p:txBody>
      </p:sp>
      <p:sp>
        <p:nvSpPr>
          <p:cNvPr id="46" name="Text 44"/>
          <p:cNvSpPr/>
          <p:nvPr/>
        </p:nvSpPr>
        <p:spPr>
          <a:xfrm>
            <a:off x="9997440" y="3084576"/>
            <a:ext cx="1584960" cy="463296"/>
          </a:xfrm>
          <a:prstGeom prst="rect">
            <a:avLst/>
          </a:prstGeom>
          <a:noFill/>
          <a:ln/>
        </p:spPr>
        <p:txBody>
          <a:bodyPr wrap="square" lIns="0" tIns="0" rIns="0" bIns="0" rtlCol="0" anchor="ctr"/>
          <a:lstStyle/>
          <a:p>
            <a:pPr defTabSz="1219170"/>
            <a:r>
              <a:rPr lang="en-US" sz="1267" dirty="0">
                <a:solidFill>
                  <a:srgbClr val="1A2445"/>
                </a:solidFill>
                <a:latin typeface="Calibri" pitchFamily="34" charset="0"/>
                <a:ea typeface="Calibri" pitchFamily="34" charset="-122"/>
                <a:cs typeface="Calibri" pitchFamily="34" charset="-120"/>
              </a:rPr>
              <a:t>≤ 7 500 tokens each</a:t>
            </a:r>
            <a:endParaRPr lang="en-US" sz="1267" dirty="0">
              <a:solidFill>
                <a:prstClr val="black"/>
              </a:solidFill>
              <a:latin typeface="Calibri" panose="020F0502020204030204"/>
            </a:endParaRPr>
          </a:p>
        </p:txBody>
      </p:sp>
      <p:sp>
        <p:nvSpPr>
          <p:cNvPr id="47" name="Text 45"/>
          <p:cNvSpPr/>
          <p:nvPr/>
        </p:nvSpPr>
        <p:spPr>
          <a:xfrm>
            <a:off x="8961120" y="3742944"/>
            <a:ext cx="1036320" cy="463296"/>
          </a:xfrm>
          <a:prstGeom prst="rect">
            <a:avLst/>
          </a:prstGeom>
          <a:noFill/>
          <a:ln/>
        </p:spPr>
        <p:txBody>
          <a:bodyPr wrap="square" lIns="0" tIns="0" rIns="0" bIns="0" rtlCol="0" anchor="ctr"/>
          <a:lstStyle/>
          <a:p>
            <a:pPr defTabSz="1219170"/>
            <a:r>
              <a:rPr lang="en-US" sz="1200" b="1" dirty="0">
                <a:solidFill>
                  <a:srgbClr val="7B8FAB"/>
                </a:solidFill>
                <a:latin typeface="Calibri" pitchFamily="34" charset="0"/>
                <a:ea typeface="Calibri" pitchFamily="34" charset="-122"/>
                <a:cs typeface="Calibri" pitchFamily="34" charset="-120"/>
              </a:rPr>
              <a:t>Temp.</a:t>
            </a:r>
            <a:endParaRPr lang="en-US" sz="1200" dirty="0">
              <a:solidFill>
                <a:prstClr val="black"/>
              </a:solidFill>
              <a:latin typeface="Calibri" panose="020F0502020204030204"/>
            </a:endParaRPr>
          </a:p>
        </p:txBody>
      </p:sp>
      <p:sp>
        <p:nvSpPr>
          <p:cNvPr id="48" name="Text 46"/>
          <p:cNvSpPr/>
          <p:nvPr/>
        </p:nvSpPr>
        <p:spPr>
          <a:xfrm>
            <a:off x="9997440" y="3742944"/>
            <a:ext cx="1584960" cy="463296"/>
          </a:xfrm>
          <a:prstGeom prst="rect">
            <a:avLst/>
          </a:prstGeom>
          <a:noFill/>
          <a:ln/>
        </p:spPr>
        <p:txBody>
          <a:bodyPr wrap="square" lIns="0" tIns="0" rIns="0" bIns="0" rtlCol="0" anchor="ctr"/>
          <a:lstStyle/>
          <a:p>
            <a:pPr defTabSz="1219170"/>
            <a:r>
              <a:rPr lang="en-US" sz="1267" dirty="0">
                <a:solidFill>
                  <a:srgbClr val="1A2445"/>
                </a:solidFill>
                <a:latin typeface="Calibri" pitchFamily="34" charset="0"/>
                <a:ea typeface="Calibri" pitchFamily="34" charset="-122"/>
                <a:cs typeface="Calibri" pitchFamily="34" charset="-120"/>
              </a:rPr>
              <a:t>0.1 (deterministic)</a:t>
            </a:r>
            <a:endParaRPr lang="en-US" sz="1267" dirty="0">
              <a:solidFill>
                <a:prstClr val="black"/>
              </a:solidFill>
              <a:latin typeface="Calibri" panose="020F0502020204030204"/>
            </a:endParaRPr>
          </a:p>
        </p:txBody>
      </p:sp>
      <p:sp>
        <p:nvSpPr>
          <p:cNvPr id="49" name="Text 47"/>
          <p:cNvSpPr/>
          <p:nvPr/>
        </p:nvSpPr>
        <p:spPr>
          <a:xfrm>
            <a:off x="8961120" y="4401312"/>
            <a:ext cx="1036320" cy="463296"/>
          </a:xfrm>
          <a:prstGeom prst="rect">
            <a:avLst/>
          </a:prstGeom>
          <a:noFill/>
          <a:ln/>
        </p:spPr>
        <p:txBody>
          <a:bodyPr wrap="square" lIns="0" tIns="0" rIns="0" bIns="0" rtlCol="0" anchor="ctr"/>
          <a:lstStyle/>
          <a:p>
            <a:pPr defTabSz="1219170"/>
            <a:r>
              <a:rPr lang="en-US" sz="1200" b="1" dirty="0">
                <a:solidFill>
                  <a:srgbClr val="7B8FAB"/>
                </a:solidFill>
                <a:latin typeface="Calibri" pitchFamily="34" charset="0"/>
                <a:ea typeface="Calibri" pitchFamily="34" charset="-122"/>
                <a:cs typeface="Calibri" pitchFamily="34" charset="-120"/>
              </a:rPr>
              <a:t>Auth</a:t>
            </a:r>
            <a:endParaRPr lang="en-US" sz="1200" dirty="0">
              <a:solidFill>
                <a:prstClr val="black"/>
              </a:solidFill>
              <a:latin typeface="Calibri" panose="020F0502020204030204"/>
            </a:endParaRPr>
          </a:p>
        </p:txBody>
      </p:sp>
      <p:sp>
        <p:nvSpPr>
          <p:cNvPr id="50" name="Text 48"/>
          <p:cNvSpPr/>
          <p:nvPr/>
        </p:nvSpPr>
        <p:spPr>
          <a:xfrm>
            <a:off x="9997440" y="4401312"/>
            <a:ext cx="1584960" cy="463296"/>
          </a:xfrm>
          <a:prstGeom prst="rect">
            <a:avLst/>
          </a:prstGeom>
          <a:noFill/>
          <a:ln/>
        </p:spPr>
        <p:txBody>
          <a:bodyPr wrap="square" lIns="0" tIns="0" rIns="0" bIns="0" rtlCol="0" anchor="ctr"/>
          <a:lstStyle/>
          <a:p>
            <a:pPr defTabSz="1219170"/>
            <a:r>
              <a:rPr lang="en-US" sz="1267" dirty="0">
                <a:solidFill>
                  <a:srgbClr val="1A2445"/>
                </a:solidFill>
                <a:latin typeface="Calibri" pitchFamily="34" charset="0"/>
                <a:ea typeface="Calibri" pitchFamily="34" charset="-122"/>
                <a:cs typeface="Calibri" pitchFamily="34" charset="-120"/>
              </a:rPr>
              <a:t>Bearer token (saved)</a:t>
            </a:r>
            <a:endParaRPr lang="en-US" sz="1267" dirty="0">
              <a:solidFill>
                <a:prstClr val="black"/>
              </a:solidFill>
              <a:latin typeface="Calibri" panose="020F0502020204030204"/>
            </a:endParaRPr>
          </a:p>
        </p:txBody>
      </p:sp>
      <p:sp>
        <p:nvSpPr>
          <p:cNvPr id="51" name="Text 49"/>
          <p:cNvSpPr/>
          <p:nvPr/>
        </p:nvSpPr>
        <p:spPr>
          <a:xfrm>
            <a:off x="8961120" y="5059680"/>
            <a:ext cx="1036320" cy="463296"/>
          </a:xfrm>
          <a:prstGeom prst="rect">
            <a:avLst/>
          </a:prstGeom>
          <a:noFill/>
          <a:ln/>
        </p:spPr>
        <p:txBody>
          <a:bodyPr wrap="square" lIns="0" tIns="0" rIns="0" bIns="0" rtlCol="0" anchor="ctr"/>
          <a:lstStyle/>
          <a:p>
            <a:pPr defTabSz="1219170"/>
            <a:r>
              <a:rPr lang="en-US" sz="1200" b="1" dirty="0">
                <a:solidFill>
                  <a:srgbClr val="7B8FAB"/>
                </a:solidFill>
                <a:latin typeface="Calibri" pitchFamily="34" charset="0"/>
                <a:ea typeface="Calibri" pitchFamily="34" charset="-122"/>
                <a:cs typeface="Calibri" pitchFamily="34" charset="-120"/>
              </a:rPr>
              <a:t>Fallback</a:t>
            </a:r>
            <a:endParaRPr lang="en-US" sz="1200" dirty="0">
              <a:solidFill>
                <a:prstClr val="black"/>
              </a:solidFill>
              <a:latin typeface="Calibri" panose="020F0502020204030204"/>
            </a:endParaRPr>
          </a:p>
        </p:txBody>
      </p:sp>
      <p:sp>
        <p:nvSpPr>
          <p:cNvPr id="52" name="Text 50"/>
          <p:cNvSpPr/>
          <p:nvPr/>
        </p:nvSpPr>
        <p:spPr>
          <a:xfrm>
            <a:off x="9997440" y="5059680"/>
            <a:ext cx="1584960" cy="463296"/>
          </a:xfrm>
          <a:prstGeom prst="rect">
            <a:avLst/>
          </a:prstGeom>
          <a:noFill/>
          <a:ln/>
        </p:spPr>
        <p:txBody>
          <a:bodyPr wrap="square" lIns="0" tIns="0" rIns="0" bIns="0" rtlCol="0" anchor="ctr"/>
          <a:lstStyle/>
          <a:p>
            <a:pPr defTabSz="1219170"/>
            <a:r>
              <a:rPr lang="en-US" sz="1267" dirty="0">
                <a:solidFill>
                  <a:srgbClr val="1A2445"/>
                </a:solidFill>
                <a:latin typeface="Calibri" pitchFamily="34" charset="0"/>
                <a:ea typeface="Calibri" pitchFamily="34" charset="-122"/>
                <a:cs typeface="Calibri" pitchFamily="34" charset="-120"/>
              </a:rPr>
              <a:t>Default shared key</a:t>
            </a:r>
            <a:endParaRPr lang="en-US" sz="1267" dirty="0">
              <a:solidFill>
                <a:prstClr val="black"/>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Performance Engine  —  Multi-Threaded Log Parsing</a:t>
            </a:r>
            <a:endParaRPr lang="en-US" sz="2933" dirty="0">
              <a:solidFill>
                <a:prstClr val="black"/>
              </a:solidFill>
              <a:latin typeface="Calibri" panose="020F0502020204030204"/>
            </a:endParaRPr>
          </a:p>
        </p:txBody>
      </p:sp>
      <p:sp>
        <p:nvSpPr>
          <p:cNvPr id="4" name="Shape 2"/>
          <p:cNvSpPr/>
          <p:nvPr/>
        </p:nvSpPr>
        <p:spPr>
          <a:xfrm>
            <a:off x="426720" y="1121664"/>
            <a:ext cx="1889760" cy="975360"/>
          </a:xfrm>
          <a:prstGeom prst="rect">
            <a:avLst/>
          </a:prstGeom>
          <a:solidFill>
            <a:srgbClr val="1A2445"/>
          </a:solidFill>
          <a:ln w="12700">
            <a:solidFill>
              <a:srgbClr val="1A2445"/>
            </a:solidFill>
            <a:prstDash val="solid"/>
          </a:ln>
          <a:effectLst>
            <a:outerShdw blurRad="101600" dist="38100" dir="8100000" algn="bl" rotWithShape="0">
              <a:srgbClr val="000000">
                <a:alpha val="18000"/>
              </a:srgbClr>
            </a:outerShdw>
          </a:effectLst>
        </p:spPr>
      </p:sp>
      <p:sp>
        <p:nvSpPr>
          <p:cNvPr id="5" name="Text 3"/>
          <p:cNvSpPr/>
          <p:nvPr/>
        </p:nvSpPr>
        <p:spPr>
          <a:xfrm>
            <a:off x="426720" y="1121664"/>
            <a:ext cx="1889760" cy="9753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Load File</a:t>
            </a:r>
            <a:endParaRPr lang="en-US" sz="1267" dirty="0">
              <a:solidFill>
                <a:prstClr val="black"/>
              </a:solidFill>
              <a:latin typeface="Calibri" panose="020F0502020204030204"/>
            </a:endParaRPr>
          </a:p>
          <a:p>
            <a:pPr algn="ctr" defTabSz="1219170"/>
            <a:r>
              <a:rPr lang="en-US" sz="1267" b="1" dirty="0">
                <a:solidFill>
                  <a:srgbClr val="FFFFFF"/>
                </a:solidFill>
                <a:latin typeface="Calibri" pitchFamily="34" charset="0"/>
                <a:ea typeface="Calibri" pitchFamily="34" charset="-122"/>
                <a:cs typeface="Calibri" pitchFamily="34" charset="-120"/>
              </a:rPr>
              <a:t>+ Detect Encoding</a:t>
            </a:r>
            <a:endParaRPr lang="en-US" sz="1267" dirty="0">
              <a:solidFill>
                <a:prstClr val="black"/>
              </a:solidFill>
              <a:latin typeface="Calibri" panose="020F0502020204030204"/>
            </a:endParaRPr>
          </a:p>
        </p:txBody>
      </p:sp>
      <p:sp>
        <p:nvSpPr>
          <p:cNvPr id="6" name="Shape 4"/>
          <p:cNvSpPr/>
          <p:nvPr/>
        </p:nvSpPr>
        <p:spPr>
          <a:xfrm>
            <a:off x="2316480" y="1463040"/>
            <a:ext cx="365760" cy="292608"/>
          </a:xfrm>
          <a:prstGeom prst="rect">
            <a:avLst/>
          </a:prstGeom>
          <a:solidFill>
            <a:srgbClr val="7B8FAB"/>
          </a:solidFill>
          <a:ln w="12700">
            <a:solidFill>
              <a:srgbClr val="7B8FAB"/>
            </a:solidFill>
            <a:prstDash val="solid"/>
          </a:ln>
        </p:spPr>
      </p:sp>
      <p:sp>
        <p:nvSpPr>
          <p:cNvPr id="7" name="Shape 5"/>
          <p:cNvSpPr/>
          <p:nvPr/>
        </p:nvSpPr>
        <p:spPr>
          <a:xfrm>
            <a:off x="2682240" y="1121664"/>
            <a:ext cx="1889760" cy="975360"/>
          </a:xfrm>
          <a:prstGeom prst="rect">
            <a:avLst/>
          </a:prstGeom>
          <a:solidFill>
            <a:srgbClr val="0A8A7E"/>
          </a:solidFill>
          <a:ln w="12700">
            <a:solidFill>
              <a:srgbClr val="0A8A7E"/>
            </a:solidFill>
            <a:prstDash val="solid"/>
          </a:ln>
          <a:effectLst>
            <a:outerShdw blurRad="101600" dist="38100" dir="8100000" algn="bl" rotWithShape="0">
              <a:srgbClr val="000000">
                <a:alpha val="18000"/>
              </a:srgbClr>
            </a:outerShdw>
          </a:effectLst>
        </p:spPr>
      </p:sp>
      <p:sp>
        <p:nvSpPr>
          <p:cNvPr id="8" name="Text 6"/>
          <p:cNvSpPr/>
          <p:nvPr/>
        </p:nvSpPr>
        <p:spPr>
          <a:xfrm>
            <a:off x="2682240" y="1121664"/>
            <a:ext cx="1889760" cy="9753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Divide into</a:t>
            </a:r>
            <a:endParaRPr lang="en-US" sz="1267" dirty="0">
              <a:solidFill>
                <a:prstClr val="black"/>
              </a:solidFill>
              <a:latin typeface="Calibri" panose="020F0502020204030204"/>
            </a:endParaRPr>
          </a:p>
          <a:p>
            <a:pPr algn="ctr" defTabSz="1219170"/>
            <a:r>
              <a:rPr lang="en-US" sz="1267" b="1" dirty="0">
                <a:solidFill>
                  <a:srgbClr val="FFFFFF"/>
                </a:solidFill>
                <a:latin typeface="Calibri" pitchFamily="34" charset="0"/>
                <a:ea typeface="Calibri" pitchFamily="34" charset="-122"/>
                <a:cs typeface="Calibri" pitchFamily="34" charset="-120"/>
              </a:rPr>
              <a:t>Line Chunks</a:t>
            </a:r>
            <a:endParaRPr lang="en-US" sz="1267" dirty="0">
              <a:solidFill>
                <a:prstClr val="black"/>
              </a:solidFill>
              <a:latin typeface="Calibri" panose="020F0502020204030204"/>
            </a:endParaRPr>
          </a:p>
        </p:txBody>
      </p:sp>
      <p:sp>
        <p:nvSpPr>
          <p:cNvPr id="9" name="Shape 7"/>
          <p:cNvSpPr/>
          <p:nvPr/>
        </p:nvSpPr>
        <p:spPr>
          <a:xfrm>
            <a:off x="4572000" y="1463040"/>
            <a:ext cx="365760" cy="292608"/>
          </a:xfrm>
          <a:prstGeom prst="rect">
            <a:avLst/>
          </a:prstGeom>
          <a:solidFill>
            <a:srgbClr val="7B8FAB"/>
          </a:solidFill>
          <a:ln w="12700">
            <a:solidFill>
              <a:srgbClr val="7B8FAB"/>
            </a:solidFill>
            <a:prstDash val="solid"/>
          </a:ln>
        </p:spPr>
      </p:sp>
      <p:sp>
        <p:nvSpPr>
          <p:cNvPr id="10" name="Shape 8"/>
          <p:cNvSpPr/>
          <p:nvPr/>
        </p:nvSpPr>
        <p:spPr>
          <a:xfrm>
            <a:off x="4937760" y="1121664"/>
            <a:ext cx="1889760" cy="975360"/>
          </a:xfrm>
          <a:prstGeom prst="rect">
            <a:avLst/>
          </a:prstGeom>
          <a:solidFill>
            <a:srgbClr val="6C5CE7"/>
          </a:solidFill>
          <a:ln w="12700">
            <a:solidFill>
              <a:srgbClr val="6C5CE7"/>
            </a:solidFill>
            <a:prstDash val="solid"/>
          </a:ln>
          <a:effectLst>
            <a:outerShdw blurRad="101600" dist="38100" dir="8100000" algn="bl" rotWithShape="0">
              <a:srgbClr val="000000">
                <a:alpha val="18000"/>
              </a:srgbClr>
            </a:outerShdw>
          </a:effectLst>
        </p:spPr>
      </p:sp>
      <p:sp>
        <p:nvSpPr>
          <p:cNvPr id="11" name="Text 9"/>
          <p:cNvSpPr/>
          <p:nvPr/>
        </p:nvSpPr>
        <p:spPr>
          <a:xfrm>
            <a:off x="4937760" y="1121664"/>
            <a:ext cx="1889760" cy="9753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Worker</a:t>
            </a:r>
            <a:endParaRPr lang="en-US" sz="1267" dirty="0">
              <a:solidFill>
                <a:prstClr val="black"/>
              </a:solidFill>
              <a:latin typeface="Calibri" panose="020F0502020204030204"/>
            </a:endParaRPr>
          </a:p>
          <a:p>
            <a:pPr algn="ctr" defTabSz="1219170"/>
            <a:r>
              <a:rPr lang="en-US" sz="1267" b="1" dirty="0">
                <a:solidFill>
                  <a:srgbClr val="FFFFFF"/>
                </a:solidFill>
                <a:latin typeface="Calibri" pitchFamily="34" charset="0"/>
                <a:ea typeface="Calibri" pitchFamily="34" charset="-122"/>
                <a:cs typeface="Calibri" pitchFamily="34" charset="-120"/>
              </a:rPr>
              <a:t>Threads ×N</a:t>
            </a:r>
            <a:endParaRPr lang="en-US" sz="1267" dirty="0">
              <a:solidFill>
                <a:prstClr val="black"/>
              </a:solidFill>
              <a:latin typeface="Calibri" panose="020F0502020204030204"/>
            </a:endParaRPr>
          </a:p>
        </p:txBody>
      </p:sp>
      <p:sp>
        <p:nvSpPr>
          <p:cNvPr id="12" name="Shape 10"/>
          <p:cNvSpPr/>
          <p:nvPr/>
        </p:nvSpPr>
        <p:spPr>
          <a:xfrm>
            <a:off x="6827520" y="1463040"/>
            <a:ext cx="365760" cy="292608"/>
          </a:xfrm>
          <a:prstGeom prst="rect">
            <a:avLst/>
          </a:prstGeom>
          <a:solidFill>
            <a:srgbClr val="7B8FAB"/>
          </a:solidFill>
          <a:ln w="12700">
            <a:solidFill>
              <a:srgbClr val="7B8FAB"/>
            </a:solidFill>
            <a:prstDash val="solid"/>
          </a:ln>
        </p:spPr>
      </p:sp>
      <p:sp>
        <p:nvSpPr>
          <p:cNvPr id="13" name="Shape 11"/>
          <p:cNvSpPr/>
          <p:nvPr/>
        </p:nvSpPr>
        <p:spPr>
          <a:xfrm>
            <a:off x="7193280" y="1121664"/>
            <a:ext cx="1889760" cy="975360"/>
          </a:xfrm>
          <a:prstGeom prst="rect">
            <a:avLst/>
          </a:prstGeom>
          <a:solidFill>
            <a:srgbClr val="E8B84B"/>
          </a:solidFill>
          <a:ln w="12700">
            <a:solidFill>
              <a:srgbClr val="E8B84B"/>
            </a:solidFill>
            <a:prstDash val="solid"/>
          </a:ln>
          <a:effectLst>
            <a:outerShdw blurRad="101600" dist="38100" dir="8100000" algn="bl" rotWithShape="0">
              <a:srgbClr val="000000">
                <a:alpha val="18000"/>
              </a:srgbClr>
            </a:outerShdw>
          </a:effectLst>
        </p:spPr>
      </p:sp>
      <p:sp>
        <p:nvSpPr>
          <p:cNvPr id="14" name="Text 12"/>
          <p:cNvSpPr/>
          <p:nvPr/>
        </p:nvSpPr>
        <p:spPr>
          <a:xfrm>
            <a:off x="7193280" y="1121664"/>
            <a:ext cx="1889760" cy="9753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Build JSON</a:t>
            </a:r>
            <a:endParaRPr lang="en-US" sz="1267" dirty="0">
              <a:solidFill>
                <a:prstClr val="black"/>
              </a:solidFill>
              <a:latin typeface="Calibri" panose="020F0502020204030204"/>
            </a:endParaRPr>
          </a:p>
          <a:p>
            <a:pPr algn="ctr" defTabSz="1219170"/>
            <a:r>
              <a:rPr lang="en-US" sz="1267" b="1" dirty="0">
                <a:solidFill>
                  <a:srgbClr val="FFFFFF"/>
                </a:solidFill>
                <a:latin typeface="Calibri" pitchFamily="34" charset="0"/>
                <a:ea typeface="Calibri" pitchFamily="34" charset="-122"/>
                <a:cs typeface="Calibri" pitchFamily="34" charset="-120"/>
              </a:rPr>
              <a:t>Tree Nodes</a:t>
            </a:r>
            <a:endParaRPr lang="en-US" sz="1267" dirty="0">
              <a:solidFill>
                <a:prstClr val="black"/>
              </a:solidFill>
              <a:latin typeface="Calibri" panose="020F0502020204030204"/>
            </a:endParaRPr>
          </a:p>
        </p:txBody>
      </p:sp>
      <p:sp>
        <p:nvSpPr>
          <p:cNvPr id="15" name="Shape 13"/>
          <p:cNvSpPr/>
          <p:nvPr/>
        </p:nvSpPr>
        <p:spPr>
          <a:xfrm>
            <a:off x="9083040" y="1463040"/>
            <a:ext cx="365760" cy="292608"/>
          </a:xfrm>
          <a:prstGeom prst="rect">
            <a:avLst/>
          </a:prstGeom>
          <a:solidFill>
            <a:srgbClr val="7B8FAB"/>
          </a:solidFill>
          <a:ln w="12700">
            <a:solidFill>
              <a:srgbClr val="7B8FAB"/>
            </a:solidFill>
            <a:prstDash val="solid"/>
          </a:ln>
        </p:spPr>
      </p:sp>
      <p:sp>
        <p:nvSpPr>
          <p:cNvPr id="16" name="Shape 14"/>
          <p:cNvSpPr/>
          <p:nvPr/>
        </p:nvSpPr>
        <p:spPr>
          <a:xfrm>
            <a:off x="9448800" y="1121664"/>
            <a:ext cx="1889760" cy="975360"/>
          </a:xfrm>
          <a:prstGeom prst="rect">
            <a:avLst/>
          </a:prstGeom>
          <a:solidFill>
            <a:srgbClr val="0A8A7E"/>
          </a:solidFill>
          <a:ln w="12700">
            <a:solidFill>
              <a:srgbClr val="0A8A7E"/>
            </a:solidFill>
            <a:prstDash val="solid"/>
          </a:ln>
          <a:effectLst>
            <a:outerShdw blurRad="101600" dist="38100" dir="8100000" algn="bl" rotWithShape="0">
              <a:srgbClr val="000000">
                <a:alpha val="18000"/>
              </a:srgbClr>
            </a:outerShdw>
          </a:effectLst>
        </p:spPr>
      </p:sp>
      <p:sp>
        <p:nvSpPr>
          <p:cNvPr id="17" name="Text 15"/>
          <p:cNvSpPr/>
          <p:nvPr/>
        </p:nvSpPr>
        <p:spPr>
          <a:xfrm>
            <a:off x="9448800" y="1121664"/>
            <a:ext cx="1889760" cy="9753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Merge &amp;</a:t>
            </a:r>
            <a:endParaRPr lang="en-US" sz="1267" dirty="0">
              <a:solidFill>
                <a:prstClr val="black"/>
              </a:solidFill>
              <a:latin typeface="Calibri" panose="020F0502020204030204"/>
            </a:endParaRPr>
          </a:p>
          <a:p>
            <a:pPr algn="ctr" defTabSz="1219170"/>
            <a:r>
              <a:rPr lang="en-US" sz="1267" b="1" dirty="0">
                <a:solidFill>
                  <a:srgbClr val="FFFFFF"/>
                </a:solidFill>
                <a:latin typeface="Calibri" pitchFamily="34" charset="0"/>
                <a:ea typeface="Calibri" pitchFamily="34" charset="-122"/>
                <a:cs typeface="Calibri" pitchFamily="34" charset="-120"/>
              </a:rPr>
              <a:t>Visualize</a:t>
            </a:r>
            <a:endParaRPr lang="en-US" sz="1267" dirty="0">
              <a:solidFill>
                <a:prstClr val="black"/>
              </a:solidFill>
              <a:latin typeface="Calibri" panose="020F0502020204030204"/>
            </a:endParaRPr>
          </a:p>
        </p:txBody>
      </p:sp>
      <p:sp>
        <p:nvSpPr>
          <p:cNvPr id="18" name="Shape 16"/>
          <p:cNvSpPr/>
          <p:nvPr/>
        </p:nvSpPr>
        <p:spPr>
          <a:xfrm>
            <a:off x="426720" y="2438400"/>
            <a:ext cx="5547360" cy="399897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9" name="Shape 17"/>
          <p:cNvSpPr/>
          <p:nvPr/>
        </p:nvSpPr>
        <p:spPr>
          <a:xfrm>
            <a:off x="426720" y="2438400"/>
            <a:ext cx="85344" cy="3998976"/>
          </a:xfrm>
          <a:prstGeom prst="rect">
            <a:avLst/>
          </a:prstGeom>
          <a:solidFill>
            <a:srgbClr val="0A8A7E"/>
          </a:solidFill>
          <a:ln w="12700">
            <a:solidFill>
              <a:srgbClr val="0A8A7E"/>
            </a:solidFill>
            <a:prstDash val="solid"/>
          </a:ln>
        </p:spPr>
      </p:sp>
      <p:sp>
        <p:nvSpPr>
          <p:cNvPr id="20" name="Text 18"/>
          <p:cNvSpPr/>
          <p:nvPr/>
        </p:nvSpPr>
        <p:spPr>
          <a:xfrm>
            <a:off x="670560" y="2560320"/>
            <a:ext cx="5181600" cy="487680"/>
          </a:xfrm>
          <a:prstGeom prst="rect">
            <a:avLst/>
          </a:prstGeom>
          <a:noFill/>
          <a:ln/>
        </p:spPr>
        <p:txBody>
          <a:bodyPr wrap="square" lIns="0" tIns="0" rIns="0" bIns="0" rtlCol="0" anchor="ctr"/>
          <a:lstStyle/>
          <a:p>
            <a:pPr defTabSz="1219170"/>
            <a:r>
              <a:rPr lang="en-US" sz="1533" b="1" dirty="0">
                <a:solidFill>
                  <a:srgbClr val="0A8A7E"/>
                </a:solidFill>
                <a:latin typeface="Calibri" pitchFamily="34" charset="0"/>
                <a:ea typeface="Calibri" pitchFamily="34" charset="-122"/>
                <a:cs typeface="Calibri" pitchFamily="34" charset="-120"/>
              </a:rPr>
              <a:t>Incremental Line-by-Line Loading</a:t>
            </a:r>
            <a:endParaRPr lang="en-US" sz="1533" dirty="0">
              <a:solidFill>
                <a:prstClr val="black"/>
              </a:solidFill>
              <a:latin typeface="Calibri" panose="020F0502020204030204"/>
            </a:endParaRPr>
          </a:p>
        </p:txBody>
      </p:sp>
      <p:sp>
        <p:nvSpPr>
          <p:cNvPr id="21" name="Text 19"/>
          <p:cNvSpPr/>
          <p:nvPr/>
        </p:nvSpPr>
        <p:spPr>
          <a:xfrm>
            <a:off x="694944" y="3108960"/>
            <a:ext cx="5120640" cy="3230880"/>
          </a:xfrm>
          <a:prstGeom prst="rect">
            <a:avLst/>
          </a:prstGeom>
          <a:noFill/>
          <a:ln/>
        </p:spPr>
        <p:txBody>
          <a:bodyPr wrap="square" rtlCol="0" anchor="t"/>
          <a:lstStyle/>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File is never loaded fully into RAM — parsed line by line as it streams</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Each line immediately yields: Timestamp · ThreadID · Depth · CDO · CLF · Parameters</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Dramatically reduces memory footprint for million-line logs</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GUI remains responsive because the main thread never blocks</a:t>
            </a:r>
            <a:endParaRPr lang="en-US" sz="1733" dirty="0">
              <a:solidFill>
                <a:prstClr val="black"/>
              </a:solidFill>
              <a:latin typeface="Calibri" panose="020F0502020204030204"/>
            </a:endParaRPr>
          </a:p>
        </p:txBody>
      </p:sp>
      <p:sp>
        <p:nvSpPr>
          <p:cNvPr id="22" name="Shape 20"/>
          <p:cNvSpPr/>
          <p:nvPr/>
        </p:nvSpPr>
        <p:spPr>
          <a:xfrm>
            <a:off x="6217920" y="2438400"/>
            <a:ext cx="5547360" cy="3998976"/>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23" name="Shape 21"/>
          <p:cNvSpPr/>
          <p:nvPr/>
        </p:nvSpPr>
        <p:spPr>
          <a:xfrm>
            <a:off x="6217920" y="2438400"/>
            <a:ext cx="85344" cy="3998976"/>
          </a:xfrm>
          <a:prstGeom prst="rect">
            <a:avLst/>
          </a:prstGeom>
          <a:solidFill>
            <a:srgbClr val="6C5CE7"/>
          </a:solidFill>
          <a:ln w="12700">
            <a:solidFill>
              <a:srgbClr val="6C5CE7"/>
            </a:solidFill>
            <a:prstDash val="solid"/>
          </a:ln>
        </p:spPr>
      </p:sp>
      <p:sp>
        <p:nvSpPr>
          <p:cNvPr id="24" name="Text 22"/>
          <p:cNvSpPr/>
          <p:nvPr/>
        </p:nvSpPr>
        <p:spPr>
          <a:xfrm>
            <a:off x="6461760" y="2560320"/>
            <a:ext cx="5181600" cy="487680"/>
          </a:xfrm>
          <a:prstGeom prst="rect">
            <a:avLst/>
          </a:prstGeom>
          <a:noFill/>
          <a:ln/>
        </p:spPr>
        <p:txBody>
          <a:bodyPr wrap="square" lIns="0" tIns="0" rIns="0" bIns="0" rtlCol="0" anchor="ctr"/>
          <a:lstStyle/>
          <a:p>
            <a:pPr defTabSz="1219170"/>
            <a:r>
              <a:rPr lang="en-US" sz="1533" b="1" dirty="0">
                <a:solidFill>
                  <a:srgbClr val="6C5CE7"/>
                </a:solidFill>
                <a:latin typeface="Calibri" pitchFamily="34" charset="0"/>
                <a:ea typeface="Calibri" pitchFamily="34" charset="-122"/>
                <a:cs typeface="Calibri" pitchFamily="34" charset="-120"/>
              </a:rPr>
              <a:t>Depth-Aware JSON Tree Construction</a:t>
            </a:r>
            <a:endParaRPr lang="en-US" sz="1533" dirty="0">
              <a:solidFill>
                <a:prstClr val="black"/>
              </a:solidFill>
              <a:latin typeface="Calibri" panose="020F0502020204030204"/>
            </a:endParaRPr>
          </a:p>
        </p:txBody>
      </p:sp>
      <p:sp>
        <p:nvSpPr>
          <p:cNvPr id="25" name="Text 23"/>
          <p:cNvSpPr/>
          <p:nvPr/>
        </p:nvSpPr>
        <p:spPr>
          <a:xfrm>
            <a:off x="6486144" y="3108960"/>
            <a:ext cx="5120640" cy="3230880"/>
          </a:xfrm>
          <a:prstGeom prst="rect">
            <a:avLst/>
          </a:prstGeom>
          <a:noFill/>
          <a:ln/>
        </p:spPr>
        <p:txBody>
          <a:bodyPr wrap="square" rtlCol="0" anchor="t"/>
          <a:lstStyle/>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Depth value in each log line drives child/parent node creation automatically</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Depth increases → new child node attached; decreases → parser climbs back to parent</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Multiple threads each build subtrees; synchronized merge prevents race conditions</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Final JSON structure is nearly complete when the last thread finishes</a:t>
            </a:r>
            <a:endParaRPr lang="en-US" sz="1733" dirty="0">
              <a:solidFill>
                <a:prstClr val="black"/>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Key Algorithms</a:t>
            </a:r>
            <a:endParaRPr lang="en-US" sz="2933" dirty="0">
              <a:solidFill>
                <a:prstClr val="black"/>
              </a:solidFill>
              <a:latin typeface="Calibri" panose="020F0502020204030204"/>
            </a:endParaRPr>
          </a:p>
        </p:txBody>
      </p:sp>
      <p:sp>
        <p:nvSpPr>
          <p:cNvPr id="4" name="Shape 2"/>
          <p:cNvSpPr/>
          <p:nvPr/>
        </p:nvSpPr>
        <p:spPr>
          <a:xfrm>
            <a:off x="426720" y="1060704"/>
            <a:ext cx="5547360" cy="2584704"/>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5" name="Shape 3"/>
          <p:cNvSpPr/>
          <p:nvPr/>
        </p:nvSpPr>
        <p:spPr>
          <a:xfrm>
            <a:off x="426720" y="1060704"/>
            <a:ext cx="85344" cy="2584704"/>
          </a:xfrm>
          <a:prstGeom prst="rect">
            <a:avLst/>
          </a:prstGeom>
          <a:solidFill>
            <a:srgbClr val="0A8A7E"/>
          </a:solidFill>
          <a:ln w="12700">
            <a:solidFill>
              <a:srgbClr val="0A8A7E"/>
            </a:solidFill>
            <a:prstDash val="solid"/>
          </a:ln>
        </p:spPr>
      </p:sp>
      <p:sp>
        <p:nvSpPr>
          <p:cNvPr id="6" name="Text 4"/>
          <p:cNvSpPr/>
          <p:nvPr/>
        </p:nvSpPr>
        <p:spPr>
          <a:xfrm>
            <a:off x="670560" y="1182624"/>
            <a:ext cx="5181600" cy="463296"/>
          </a:xfrm>
          <a:prstGeom prst="rect">
            <a:avLst/>
          </a:prstGeom>
          <a:noFill/>
          <a:ln/>
        </p:spPr>
        <p:txBody>
          <a:bodyPr wrap="square" lIns="0" tIns="0" rIns="0" bIns="0" rtlCol="0" anchor="ctr"/>
          <a:lstStyle/>
          <a:p>
            <a:pPr defTabSz="1219170"/>
            <a:r>
              <a:rPr lang="en-US" sz="1533" b="1" dirty="0">
                <a:solidFill>
                  <a:srgbClr val="0A8A7E"/>
                </a:solidFill>
                <a:latin typeface="Calibri" pitchFamily="34" charset="0"/>
                <a:ea typeface="Calibri" pitchFamily="34" charset="-122"/>
                <a:cs typeface="Calibri" pitchFamily="34" charset="-120"/>
              </a:rPr>
              <a:t>L(t) Time Aggregation</a:t>
            </a:r>
            <a:endParaRPr lang="en-US" sz="1533" dirty="0">
              <a:solidFill>
                <a:prstClr val="black"/>
              </a:solidFill>
              <a:latin typeface="Calibri" panose="020F0502020204030204"/>
            </a:endParaRPr>
          </a:p>
        </p:txBody>
      </p:sp>
      <p:sp>
        <p:nvSpPr>
          <p:cNvPr id="7" name="Shape 5"/>
          <p:cNvSpPr/>
          <p:nvPr/>
        </p:nvSpPr>
        <p:spPr>
          <a:xfrm>
            <a:off x="670560" y="1694688"/>
            <a:ext cx="5181600" cy="463296"/>
          </a:xfrm>
          <a:prstGeom prst="rect">
            <a:avLst/>
          </a:prstGeom>
          <a:solidFill>
            <a:srgbClr val="0A8A7E">
              <a:alpha val="20000"/>
            </a:srgbClr>
          </a:solidFill>
          <a:ln w="12700">
            <a:solidFill>
              <a:srgbClr val="0A8A7E"/>
            </a:solidFill>
            <a:prstDash val="solid"/>
          </a:ln>
        </p:spPr>
      </p:sp>
      <p:sp>
        <p:nvSpPr>
          <p:cNvPr id="8" name="Text 6"/>
          <p:cNvSpPr/>
          <p:nvPr/>
        </p:nvSpPr>
        <p:spPr>
          <a:xfrm>
            <a:off x="694944" y="1694688"/>
            <a:ext cx="5132832" cy="463296"/>
          </a:xfrm>
          <a:prstGeom prst="rect">
            <a:avLst/>
          </a:prstGeom>
          <a:noFill/>
          <a:ln/>
        </p:spPr>
        <p:txBody>
          <a:bodyPr wrap="square" lIns="0" tIns="0" rIns="0" bIns="0" rtlCol="0" anchor="ctr"/>
          <a:lstStyle/>
          <a:p>
            <a:pPr algn="ctr" defTabSz="1219170"/>
            <a:r>
              <a:rPr lang="en-US" sz="1600" b="1" dirty="0">
                <a:solidFill>
                  <a:srgbClr val="0A8A7E"/>
                </a:solidFill>
                <a:latin typeface="Consolas" pitchFamily="34" charset="0"/>
                <a:ea typeface="Consolas" pitchFamily="34" charset="-122"/>
                <a:cs typeface="Consolas" pitchFamily="34" charset="-120"/>
              </a:rPr>
              <a:t>L(t) = Σ Lᵢ(t)</a:t>
            </a:r>
            <a:endParaRPr lang="en-US" sz="1600" dirty="0">
              <a:solidFill>
                <a:prstClr val="black"/>
              </a:solidFill>
              <a:latin typeface="Calibri" panose="020F0502020204030204"/>
            </a:endParaRPr>
          </a:p>
        </p:txBody>
      </p:sp>
      <p:sp>
        <p:nvSpPr>
          <p:cNvPr id="9" name="Text 7"/>
          <p:cNvSpPr/>
          <p:nvPr/>
        </p:nvSpPr>
        <p:spPr>
          <a:xfrm>
            <a:off x="670560" y="2243328"/>
            <a:ext cx="5181600" cy="1316736"/>
          </a:xfrm>
          <a:prstGeom prst="rect">
            <a:avLst/>
          </a:prstGeom>
          <a:noFill/>
          <a:ln/>
        </p:spPr>
        <p:txBody>
          <a:bodyPr wrap="square" lIns="0" tIns="0" rIns="0" bIns="0" rtlCol="0" anchor="t"/>
          <a:lstStyle/>
          <a:p>
            <a:pPr defTabSz="1219170"/>
            <a:r>
              <a:rPr lang="en-US" sz="1400" dirty="0">
                <a:solidFill>
                  <a:srgbClr val="1A2445"/>
                </a:solidFill>
                <a:latin typeface="Calibri" pitchFamily="34" charset="0"/>
                <a:ea typeface="Calibri" pitchFamily="34" charset="-122"/>
                <a:cs typeface="Calibri" pitchFamily="34" charset="-120"/>
              </a:rPr>
              <a:t>Sums all per-step durations into an accumulated execution curve. Engineers can immediately see where overall time balloons across a transaction sequence.</a:t>
            </a:r>
            <a:endParaRPr lang="en-US" sz="1400" dirty="0">
              <a:solidFill>
                <a:prstClr val="black"/>
              </a:solidFill>
              <a:latin typeface="Calibri" panose="020F0502020204030204"/>
            </a:endParaRPr>
          </a:p>
        </p:txBody>
      </p:sp>
      <p:sp>
        <p:nvSpPr>
          <p:cNvPr id="10" name="Shape 8"/>
          <p:cNvSpPr/>
          <p:nvPr/>
        </p:nvSpPr>
        <p:spPr>
          <a:xfrm>
            <a:off x="6217920" y="1060704"/>
            <a:ext cx="5547360" cy="2584704"/>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1" name="Shape 9"/>
          <p:cNvSpPr/>
          <p:nvPr/>
        </p:nvSpPr>
        <p:spPr>
          <a:xfrm>
            <a:off x="6217920" y="1060704"/>
            <a:ext cx="85344" cy="2584704"/>
          </a:xfrm>
          <a:prstGeom prst="rect">
            <a:avLst/>
          </a:prstGeom>
          <a:solidFill>
            <a:srgbClr val="E05252"/>
          </a:solidFill>
          <a:ln w="12700">
            <a:solidFill>
              <a:srgbClr val="E05252"/>
            </a:solidFill>
            <a:prstDash val="solid"/>
          </a:ln>
        </p:spPr>
      </p:sp>
      <p:sp>
        <p:nvSpPr>
          <p:cNvPr id="12" name="Text 10"/>
          <p:cNvSpPr/>
          <p:nvPr/>
        </p:nvSpPr>
        <p:spPr>
          <a:xfrm>
            <a:off x="6461760" y="1182624"/>
            <a:ext cx="5181600" cy="463296"/>
          </a:xfrm>
          <a:prstGeom prst="rect">
            <a:avLst/>
          </a:prstGeom>
          <a:noFill/>
          <a:ln/>
        </p:spPr>
        <p:txBody>
          <a:bodyPr wrap="square" lIns="0" tIns="0" rIns="0" bIns="0" rtlCol="0" anchor="ctr"/>
          <a:lstStyle/>
          <a:p>
            <a:pPr defTabSz="1219170"/>
            <a:r>
              <a:rPr lang="en-US" sz="1533" b="1" dirty="0">
                <a:solidFill>
                  <a:srgbClr val="E05252"/>
                </a:solidFill>
                <a:latin typeface="Calibri" pitchFamily="34" charset="0"/>
                <a:ea typeface="Calibri" pitchFamily="34" charset="-122"/>
                <a:cs typeface="Calibri" pitchFamily="34" charset="-120"/>
              </a:rPr>
              <a:t>L'(t) Derivative — Critical Point Detection</a:t>
            </a:r>
            <a:endParaRPr lang="en-US" sz="1533" dirty="0">
              <a:solidFill>
                <a:prstClr val="black"/>
              </a:solidFill>
              <a:latin typeface="Calibri" panose="020F0502020204030204"/>
            </a:endParaRPr>
          </a:p>
        </p:txBody>
      </p:sp>
      <p:sp>
        <p:nvSpPr>
          <p:cNvPr id="13" name="Shape 11"/>
          <p:cNvSpPr/>
          <p:nvPr/>
        </p:nvSpPr>
        <p:spPr>
          <a:xfrm>
            <a:off x="6461760" y="1694688"/>
            <a:ext cx="5181600" cy="463296"/>
          </a:xfrm>
          <a:prstGeom prst="rect">
            <a:avLst/>
          </a:prstGeom>
          <a:solidFill>
            <a:srgbClr val="E05252">
              <a:alpha val="20000"/>
            </a:srgbClr>
          </a:solidFill>
          <a:ln w="12700">
            <a:solidFill>
              <a:srgbClr val="E05252"/>
            </a:solidFill>
            <a:prstDash val="solid"/>
          </a:ln>
        </p:spPr>
      </p:sp>
      <p:sp>
        <p:nvSpPr>
          <p:cNvPr id="14" name="Text 12"/>
          <p:cNvSpPr/>
          <p:nvPr/>
        </p:nvSpPr>
        <p:spPr>
          <a:xfrm>
            <a:off x="6486144" y="1694688"/>
            <a:ext cx="5132832" cy="463296"/>
          </a:xfrm>
          <a:prstGeom prst="rect">
            <a:avLst/>
          </a:prstGeom>
          <a:noFill/>
          <a:ln/>
        </p:spPr>
        <p:txBody>
          <a:bodyPr wrap="square" lIns="0" tIns="0" rIns="0" bIns="0" rtlCol="0" anchor="ctr"/>
          <a:lstStyle/>
          <a:p>
            <a:pPr algn="ctr" defTabSz="1219170"/>
            <a:r>
              <a:rPr lang="en-US" sz="1600" b="1" dirty="0">
                <a:solidFill>
                  <a:srgbClr val="E05252"/>
                </a:solidFill>
                <a:latin typeface="Consolas" pitchFamily="34" charset="0"/>
                <a:ea typeface="Consolas" pitchFamily="34" charset="-122"/>
                <a:cs typeface="Consolas" pitchFamily="34" charset="-120"/>
              </a:rPr>
              <a:t>L'(t) = ΔL / Δt</a:t>
            </a:r>
            <a:endParaRPr lang="en-US" sz="1600" dirty="0">
              <a:solidFill>
                <a:prstClr val="black"/>
              </a:solidFill>
              <a:latin typeface="Calibri" panose="020F0502020204030204"/>
            </a:endParaRPr>
          </a:p>
        </p:txBody>
      </p:sp>
      <p:sp>
        <p:nvSpPr>
          <p:cNvPr id="15" name="Text 13"/>
          <p:cNvSpPr/>
          <p:nvPr/>
        </p:nvSpPr>
        <p:spPr>
          <a:xfrm>
            <a:off x="6461760" y="2243328"/>
            <a:ext cx="5181600" cy="1316736"/>
          </a:xfrm>
          <a:prstGeom prst="rect">
            <a:avLst/>
          </a:prstGeom>
          <a:noFill/>
          <a:ln/>
        </p:spPr>
        <p:txBody>
          <a:bodyPr wrap="square" lIns="0" tIns="0" rIns="0" bIns="0" rtlCol="0" anchor="t"/>
          <a:lstStyle/>
          <a:p>
            <a:pPr defTabSz="1219170"/>
            <a:r>
              <a:rPr lang="en-US" sz="1400" dirty="0">
                <a:solidFill>
                  <a:srgbClr val="1A2445"/>
                </a:solidFill>
                <a:latin typeface="Calibri" pitchFamily="34" charset="0"/>
                <a:ea typeface="Calibri" pitchFamily="34" charset="-122"/>
                <a:cs typeface="Calibri" pitchFamily="34" charset="-120"/>
              </a:rPr>
              <a:t>Computes rate-of-change between consecutive steps. Spikes in L'(t) pinpoint exactly which individual operation caused a sudden slowdown — no manual scanning needed.</a:t>
            </a:r>
            <a:endParaRPr lang="en-US" sz="1400" dirty="0">
              <a:solidFill>
                <a:prstClr val="black"/>
              </a:solidFill>
              <a:latin typeface="Calibri" panose="020F0502020204030204"/>
            </a:endParaRPr>
          </a:p>
        </p:txBody>
      </p:sp>
      <p:sp>
        <p:nvSpPr>
          <p:cNvPr id="16" name="Shape 14"/>
          <p:cNvSpPr/>
          <p:nvPr/>
        </p:nvSpPr>
        <p:spPr>
          <a:xfrm>
            <a:off x="426720" y="3864864"/>
            <a:ext cx="5547360" cy="2584704"/>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7" name="Shape 15"/>
          <p:cNvSpPr/>
          <p:nvPr/>
        </p:nvSpPr>
        <p:spPr>
          <a:xfrm>
            <a:off x="426720" y="3864864"/>
            <a:ext cx="85344" cy="2584704"/>
          </a:xfrm>
          <a:prstGeom prst="rect">
            <a:avLst/>
          </a:prstGeom>
          <a:solidFill>
            <a:srgbClr val="6C5CE7"/>
          </a:solidFill>
          <a:ln w="12700">
            <a:solidFill>
              <a:srgbClr val="6C5CE7"/>
            </a:solidFill>
            <a:prstDash val="solid"/>
          </a:ln>
        </p:spPr>
      </p:sp>
      <p:sp>
        <p:nvSpPr>
          <p:cNvPr id="18" name="Text 16"/>
          <p:cNvSpPr/>
          <p:nvPr/>
        </p:nvSpPr>
        <p:spPr>
          <a:xfrm>
            <a:off x="670560" y="3986784"/>
            <a:ext cx="5181600" cy="463296"/>
          </a:xfrm>
          <a:prstGeom prst="rect">
            <a:avLst/>
          </a:prstGeom>
          <a:noFill/>
          <a:ln/>
        </p:spPr>
        <p:txBody>
          <a:bodyPr wrap="square" lIns="0" tIns="0" rIns="0" bIns="0" rtlCol="0" anchor="ctr"/>
          <a:lstStyle/>
          <a:p>
            <a:pPr defTabSz="1219170"/>
            <a:r>
              <a:rPr lang="en-US" sz="1533" b="1" dirty="0">
                <a:solidFill>
                  <a:srgbClr val="6C5CE7"/>
                </a:solidFill>
                <a:latin typeface="Calibri" pitchFamily="34" charset="0"/>
                <a:ea typeface="Calibri" pitchFamily="34" charset="-122"/>
                <a:cs typeface="Calibri" pitchFamily="34" charset="-120"/>
              </a:rPr>
              <a:t>Token-Level File Diff</a:t>
            </a:r>
            <a:endParaRPr lang="en-US" sz="1533" dirty="0">
              <a:solidFill>
                <a:prstClr val="black"/>
              </a:solidFill>
              <a:latin typeface="Calibri" panose="020F0502020204030204"/>
            </a:endParaRPr>
          </a:p>
        </p:txBody>
      </p:sp>
      <p:sp>
        <p:nvSpPr>
          <p:cNvPr id="19" name="Shape 17"/>
          <p:cNvSpPr/>
          <p:nvPr/>
        </p:nvSpPr>
        <p:spPr>
          <a:xfrm>
            <a:off x="670560" y="4498848"/>
            <a:ext cx="5181600" cy="463296"/>
          </a:xfrm>
          <a:prstGeom prst="rect">
            <a:avLst/>
          </a:prstGeom>
          <a:solidFill>
            <a:srgbClr val="6C5CE7">
              <a:alpha val="20000"/>
            </a:srgbClr>
          </a:solidFill>
          <a:ln w="12700">
            <a:solidFill>
              <a:srgbClr val="6C5CE7"/>
            </a:solidFill>
            <a:prstDash val="solid"/>
          </a:ln>
        </p:spPr>
      </p:sp>
      <p:sp>
        <p:nvSpPr>
          <p:cNvPr id="20" name="Text 18"/>
          <p:cNvSpPr/>
          <p:nvPr/>
        </p:nvSpPr>
        <p:spPr>
          <a:xfrm>
            <a:off x="694944" y="4498848"/>
            <a:ext cx="5132832" cy="463296"/>
          </a:xfrm>
          <a:prstGeom prst="rect">
            <a:avLst/>
          </a:prstGeom>
          <a:noFill/>
          <a:ln/>
        </p:spPr>
        <p:txBody>
          <a:bodyPr wrap="square" lIns="0" tIns="0" rIns="0" bIns="0" rtlCol="0" anchor="ctr"/>
          <a:lstStyle/>
          <a:p>
            <a:pPr algn="ctr" defTabSz="1219170"/>
            <a:r>
              <a:rPr lang="en-US" sz="1600" b="1" dirty="0">
                <a:solidFill>
                  <a:srgbClr val="6C5CE7"/>
                </a:solidFill>
                <a:latin typeface="Consolas" pitchFamily="34" charset="0"/>
                <a:ea typeface="Consolas" pitchFamily="34" charset="-122"/>
                <a:cs typeface="Consolas" pitchFamily="34" charset="-120"/>
              </a:rPr>
              <a:t>FOUND | NOT FOUND</a:t>
            </a:r>
            <a:endParaRPr lang="en-US" sz="1600" dirty="0">
              <a:solidFill>
                <a:prstClr val="black"/>
              </a:solidFill>
              <a:latin typeface="Calibri" panose="020F0502020204030204"/>
            </a:endParaRPr>
          </a:p>
        </p:txBody>
      </p:sp>
      <p:sp>
        <p:nvSpPr>
          <p:cNvPr id="21" name="Text 19"/>
          <p:cNvSpPr/>
          <p:nvPr/>
        </p:nvSpPr>
        <p:spPr>
          <a:xfrm>
            <a:off x="670560" y="5047488"/>
            <a:ext cx="5181600" cy="1316736"/>
          </a:xfrm>
          <a:prstGeom prst="rect">
            <a:avLst/>
          </a:prstGeom>
          <a:noFill/>
          <a:ln/>
        </p:spPr>
        <p:txBody>
          <a:bodyPr wrap="square" lIns="0" tIns="0" rIns="0" bIns="0" rtlCol="0" anchor="t"/>
          <a:lstStyle/>
          <a:p>
            <a:pPr defTabSz="1219170"/>
            <a:r>
              <a:rPr lang="en-US" sz="1400" dirty="0">
                <a:solidFill>
                  <a:srgbClr val="1A2445"/>
                </a:solidFill>
                <a:latin typeface="Calibri" pitchFamily="34" charset="0"/>
                <a:ea typeface="Calibri" pitchFamily="34" charset="-122"/>
                <a:cs typeface="Calibri" pitchFamily="34" charset="-120"/>
              </a:rPr>
              <a:t>Each line is tokenized; tokens compared row-by-row between two files. Lines shifted in position are marked orange (FOUND); lines entirely absent are marked blue (NOT FOUND).</a:t>
            </a:r>
            <a:endParaRPr lang="en-US" sz="1400" dirty="0">
              <a:solidFill>
                <a:prstClr val="black"/>
              </a:solidFill>
              <a:latin typeface="Calibri" panose="020F0502020204030204"/>
            </a:endParaRPr>
          </a:p>
        </p:txBody>
      </p:sp>
      <p:sp>
        <p:nvSpPr>
          <p:cNvPr id="22" name="Shape 20"/>
          <p:cNvSpPr/>
          <p:nvPr/>
        </p:nvSpPr>
        <p:spPr>
          <a:xfrm>
            <a:off x="6217920" y="3864864"/>
            <a:ext cx="5547360" cy="2584704"/>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23" name="Shape 21"/>
          <p:cNvSpPr/>
          <p:nvPr/>
        </p:nvSpPr>
        <p:spPr>
          <a:xfrm>
            <a:off x="6217920" y="3864864"/>
            <a:ext cx="85344" cy="2584704"/>
          </a:xfrm>
          <a:prstGeom prst="rect">
            <a:avLst/>
          </a:prstGeom>
          <a:solidFill>
            <a:srgbClr val="E8B84B"/>
          </a:solidFill>
          <a:ln w="12700">
            <a:solidFill>
              <a:srgbClr val="E8B84B"/>
            </a:solidFill>
            <a:prstDash val="solid"/>
          </a:ln>
        </p:spPr>
      </p:sp>
      <p:sp>
        <p:nvSpPr>
          <p:cNvPr id="24" name="Text 22"/>
          <p:cNvSpPr/>
          <p:nvPr/>
        </p:nvSpPr>
        <p:spPr>
          <a:xfrm>
            <a:off x="6461760" y="3986784"/>
            <a:ext cx="5181600" cy="463296"/>
          </a:xfrm>
          <a:prstGeom prst="rect">
            <a:avLst/>
          </a:prstGeom>
          <a:noFill/>
          <a:ln/>
        </p:spPr>
        <p:txBody>
          <a:bodyPr wrap="square" lIns="0" tIns="0" rIns="0" bIns="0" rtlCol="0" anchor="ctr"/>
          <a:lstStyle/>
          <a:p>
            <a:pPr defTabSz="1219170"/>
            <a:r>
              <a:rPr lang="en-US" sz="1533" b="1" dirty="0">
                <a:solidFill>
                  <a:srgbClr val="E8B84B"/>
                </a:solidFill>
                <a:latin typeface="Calibri" pitchFamily="34" charset="0"/>
                <a:ea typeface="Calibri" pitchFamily="34" charset="-122"/>
                <a:cs typeface="Calibri" pitchFamily="34" charset="-120"/>
              </a:rPr>
              <a:t>Chunk-Based Cross-File Search</a:t>
            </a:r>
            <a:endParaRPr lang="en-US" sz="1533" dirty="0">
              <a:solidFill>
                <a:prstClr val="black"/>
              </a:solidFill>
              <a:latin typeface="Calibri" panose="020F0502020204030204"/>
            </a:endParaRPr>
          </a:p>
        </p:txBody>
      </p:sp>
      <p:sp>
        <p:nvSpPr>
          <p:cNvPr id="25" name="Shape 23"/>
          <p:cNvSpPr/>
          <p:nvPr/>
        </p:nvSpPr>
        <p:spPr>
          <a:xfrm>
            <a:off x="6461760" y="4498848"/>
            <a:ext cx="5181600" cy="463296"/>
          </a:xfrm>
          <a:prstGeom prst="rect">
            <a:avLst/>
          </a:prstGeom>
          <a:solidFill>
            <a:srgbClr val="E8B84B">
              <a:alpha val="20000"/>
            </a:srgbClr>
          </a:solidFill>
          <a:ln w="12700">
            <a:solidFill>
              <a:srgbClr val="E8B84B"/>
            </a:solidFill>
            <a:prstDash val="solid"/>
          </a:ln>
        </p:spPr>
      </p:sp>
      <p:sp>
        <p:nvSpPr>
          <p:cNvPr id="26" name="Text 24"/>
          <p:cNvSpPr/>
          <p:nvPr/>
        </p:nvSpPr>
        <p:spPr>
          <a:xfrm>
            <a:off x="6486144" y="4498848"/>
            <a:ext cx="5132832" cy="463296"/>
          </a:xfrm>
          <a:prstGeom prst="rect">
            <a:avLst/>
          </a:prstGeom>
          <a:noFill/>
          <a:ln/>
        </p:spPr>
        <p:txBody>
          <a:bodyPr wrap="square" lIns="0" tIns="0" rIns="0" bIns="0" rtlCol="0" anchor="ctr"/>
          <a:lstStyle/>
          <a:p>
            <a:pPr algn="ctr" defTabSz="1219170"/>
            <a:r>
              <a:rPr lang="en-US" sz="1600" b="1" dirty="0">
                <a:solidFill>
                  <a:srgbClr val="E8B84B"/>
                </a:solidFill>
                <a:latin typeface="Consolas" pitchFamily="34" charset="0"/>
                <a:ea typeface="Consolas" pitchFamily="34" charset="-122"/>
                <a:cs typeface="Consolas" pitchFamily="34" charset="-120"/>
              </a:rPr>
              <a:t>1 MB binary chunks + chardet</a:t>
            </a:r>
            <a:endParaRPr lang="en-US" sz="1600" dirty="0">
              <a:solidFill>
                <a:prstClr val="black"/>
              </a:solidFill>
              <a:latin typeface="Calibri" panose="020F0502020204030204"/>
            </a:endParaRPr>
          </a:p>
        </p:txBody>
      </p:sp>
      <p:sp>
        <p:nvSpPr>
          <p:cNvPr id="27" name="Text 25"/>
          <p:cNvSpPr/>
          <p:nvPr/>
        </p:nvSpPr>
        <p:spPr>
          <a:xfrm>
            <a:off x="6461760" y="5047488"/>
            <a:ext cx="5181600" cy="1316736"/>
          </a:xfrm>
          <a:prstGeom prst="rect">
            <a:avLst/>
          </a:prstGeom>
          <a:noFill/>
          <a:ln/>
        </p:spPr>
        <p:txBody>
          <a:bodyPr wrap="square" lIns="0" tIns="0" rIns="0" bIns="0" rtlCol="0" anchor="t"/>
          <a:lstStyle/>
          <a:p>
            <a:pPr defTabSz="1219170"/>
            <a:r>
              <a:rPr lang="en-US" sz="1400" dirty="0">
                <a:solidFill>
                  <a:srgbClr val="1A2445"/>
                </a:solidFill>
                <a:latin typeface="Calibri" pitchFamily="34" charset="0"/>
                <a:ea typeface="Calibri" pitchFamily="34" charset="-122"/>
                <a:cs typeface="Calibri" pitchFamily="34" charset="-120"/>
              </a:rPr>
              <a:t>Files in the directory are read in 1 MB chunks rather than fully buffered. A state machine skips non-transaction noise, reducing false positives and keeping memory flat.</a:t>
            </a:r>
            <a:endParaRPr lang="en-US" sz="1400" dirty="0">
              <a:solidFill>
                <a:prstClr val="black"/>
              </a:solidFill>
              <a:latin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Challenges &amp; Solutions</a:t>
            </a:r>
            <a:endParaRPr lang="en-US" sz="2933" dirty="0">
              <a:solidFill>
                <a:prstClr val="black"/>
              </a:solidFill>
              <a:latin typeface="Calibri" panose="020F0502020204030204"/>
            </a:endParaRPr>
          </a:p>
        </p:txBody>
      </p:sp>
      <p:sp>
        <p:nvSpPr>
          <p:cNvPr id="4" name="Shape 2"/>
          <p:cNvSpPr/>
          <p:nvPr/>
        </p:nvSpPr>
        <p:spPr>
          <a:xfrm>
            <a:off x="426720" y="999744"/>
            <a:ext cx="4754880" cy="463296"/>
          </a:xfrm>
          <a:prstGeom prst="rect">
            <a:avLst/>
          </a:prstGeom>
          <a:solidFill>
            <a:srgbClr val="1A2445"/>
          </a:solidFill>
          <a:ln w="12700">
            <a:solidFill>
              <a:srgbClr val="1A2445"/>
            </a:solidFill>
            <a:prstDash val="solid"/>
          </a:ln>
        </p:spPr>
      </p:sp>
      <p:sp>
        <p:nvSpPr>
          <p:cNvPr id="5" name="Text 3"/>
          <p:cNvSpPr/>
          <p:nvPr/>
        </p:nvSpPr>
        <p:spPr>
          <a:xfrm>
            <a:off x="426720" y="999744"/>
            <a:ext cx="4754880" cy="463296"/>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Challenge</a:t>
            </a:r>
            <a:endParaRPr lang="en-US" sz="1467" dirty="0">
              <a:solidFill>
                <a:prstClr val="black"/>
              </a:solidFill>
              <a:latin typeface="Calibri" panose="020F0502020204030204"/>
            </a:endParaRPr>
          </a:p>
        </p:txBody>
      </p:sp>
      <p:sp>
        <p:nvSpPr>
          <p:cNvPr id="6" name="Shape 4"/>
          <p:cNvSpPr/>
          <p:nvPr/>
        </p:nvSpPr>
        <p:spPr>
          <a:xfrm>
            <a:off x="5388864" y="999744"/>
            <a:ext cx="5486400" cy="463296"/>
          </a:xfrm>
          <a:prstGeom prst="rect">
            <a:avLst/>
          </a:prstGeom>
          <a:solidFill>
            <a:srgbClr val="1A2445"/>
          </a:solidFill>
          <a:ln w="12700">
            <a:solidFill>
              <a:srgbClr val="1A2445"/>
            </a:solidFill>
            <a:prstDash val="solid"/>
          </a:ln>
        </p:spPr>
      </p:sp>
      <p:sp>
        <p:nvSpPr>
          <p:cNvPr id="7" name="Text 5"/>
          <p:cNvSpPr/>
          <p:nvPr/>
        </p:nvSpPr>
        <p:spPr>
          <a:xfrm>
            <a:off x="5388864" y="999744"/>
            <a:ext cx="5486400" cy="463296"/>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Solution</a:t>
            </a:r>
            <a:endParaRPr lang="en-US" sz="1467" dirty="0">
              <a:solidFill>
                <a:prstClr val="black"/>
              </a:solidFill>
              <a:latin typeface="Calibri" panose="020F0502020204030204"/>
            </a:endParaRPr>
          </a:p>
        </p:txBody>
      </p:sp>
      <p:sp>
        <p:nvSpPr>
          <p:cNvPr id="8" name="Shape 6"/>
          <p:cNvSpPr/>
          <p:nvPr/>
        </p:nvSpPr>
        <p:spPr>
          <a:xfrm>
            <a:off x="11094720" y="999744"/>
            <a:ext cx="914400" cy="463296"/>
          </a:xfrm>
          <a:prstGeom prst="rect">
            <a:avLst/>
          </a:prstGeom>
          <a:solidFill>
            <a:srgbClr val="1A2445"/>
          </a:solidFill>
          <a:ln w="12700">
            <a:solidFill>
              <a:srgbClr val="1A2445"/>
            </a:solidFill>
            <a:prstDash val="solid"/>
          </a:ln>
        </p:spPr>
      </p:sp>
      <p:sp>
        <p:nvSpPr>
          <p:cNvPr id="9" name="Text 7"/>
          <p:cNvSpPr/>
          <p:nvPr/>
        </p:nvSpPr>
        <p:spPr>
          <a:xfrm>
            <a:off x="11094720" y="999744"/>
            <a:ext cx="914400" cy="463296"/>
          </a:xfrm>
          <a:prstGeom prst="rect">
            <a:avLst/>
          </a:prstGeom>
          <a:noFill/>
          <a:ln/>
        </p:spPr>
        <p:txBody>
          <a:bodyPr wrap="square" lIns="0" tIns="0" rIns="0" bIns="0" rtlCol="0" anchor="ctr"/>
          <a:lstStyle/>
          <a:p>
            <a:pPr algn="ctr" defTabSz="1219170"/>
            <a:r>
              <a:rPr lang="en-US" sz="1467" b="1" dirty="0">
                <a:solidFill>
                  <a:srgbClr val="FFFFFF"/>
                </a:solidFill>
                <a:latin typeface="Calibri" pitchFamily="34" charset="0"/>
                <a:ea typeface="Calibri" pitchFamily="34" charset="-122"/>
                <a:cs typeface="Calibri" pitchFamily="34" charset="-120"/>
              </a:rPr>
              <a:t>Impact</a:t>
            </a:r>
            <a:endParaRPr lang="en-US" sz="1467" dirty="0">
              <a:solidFill>
                <a:prstClr val="black"/>
              </a:solidFill>
              <a:latin typeface="Calibri" panose="020F0502020204030204"/>
            </a:endParaRPr>
          </a:p>
        </p:txBody>
      </p:sp>
      <p:sp>
        <p:nvSpPr>
          <p:cNvPr id="10" name="Shape 8"/>
          <p:cNvSpPr/>
          <p:nvPr/>
        </p:nvSpPr>
        <p:spPr>
          <a:xfrm>
            <a:off x="426720" y="1511808"/>
            <a:ext cx="11582400" cy="755904"/>
          </a:xfrm>
          <a:prstGeom prst="rect">
            <a:avLst/>
          </a:prstGeom>
          <a:solidFill>
            <a:srgbClr val="EEF3FB"/>
          </a:solidFill>
          <a:ln w="6350">
            <a:solidFill>
              <a:srgbClr val="D5DFF0"/>
            </a:solidFill>
            <a:prstDash val="solid"/>
          </a:ln>
        </p:spPr>
      </p:sp>
      <p:sp>
        <p:nvSpPr>
          <p:cNvPr id="11" name="Text 9"/>
          <p:cNvSpPr/>
          <p:nvPr/>
        </p:nvSpPr>
        <p:spPr>
          <a:xfrm>
            <a:off x="548640" y="1511808"/>
            <a:ext cx="463296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Millions of log lines freeze the UI</a:t>
            </a:r>
            <a:endParaRPr lang="en-US" sz="1333" dirty="0">
              <a:solidFill>
                <a:prstClr val="black"/>
              </a:solidFill>
              <a:latin typeface="Calibri" panose="020F0502020204030204"/>
            </a:endParaRPr>
          </a:p>
        </p:txBody>
      </p:sp>
      <p:sp>
        <p:nvSpPr>
          <p:cNvPr id="12" name="Text 10"/>
          <p:cNvSpPr/>
          <p:nvPr/>
        </p:nvSpPr>
        <p:spPr>
          <a:xfrm>
            <a:off x="5388864" y="1511808"/>
            <a:ext cx="548640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Multi-threaded background workers; main thread never blocks; incremental file streaming</a:t>
            </a:r>
            <a:endParaRPr lang="en-US" sz="1333" dirty="0">
              <a:solidFill>
                <a:prstClr val="black"/>
              </a:solidFill>
              <a:latin typeface="Calibri" panose="020F0502020204030204"/>
            </a:endParaRPr>
          </a:p>
        </p:txBody>
      </p:sp>
      <p:sp>
        <p:nvSpPr>
          <p:cNvPr id="13" name="Shape 11"/>
          <p:cNvSpPr/>
          <p:nvPr/>
        </p:nvSpPr>
        <p:spPr>
          <a:xfrm>
            <a:off x="11094720" y="1645920"/>
            <a:ext cx="914400" cy="487680"/>
          </a:xfrm>
          <a:prstGeom prst="rect">
            <a:avLst/>
          </a:prstGeom>
          <a:solidFill>
            <a:srgbClr val="E05252">
              <a:alpha val="75000"/>
            </a:srgbClr>
          </a:solidFill>
          <a:ln w="12700">
            <a:solidFill>
              <a:srgbClr val="E05252"/>
            </a:solidFill>
            <a:prstDash val="solid"/>
          </a:ln>
        </p:spPr>
      </p:sp>
      <p:sp>
        <p:nvSpPr>
          <p:cNvPr id="14" name="Text 12"/>
          <p:cNvSpPr/>
          <p:nvPr/>
        </p:nvSpPr>
        <p:spPr>
          <a:xfrm>
            <a:off x="11094720" y="1645920"/>
            <a:ext cx="914400" cy="487680"/>
          </a:xfrm>
          <a:prstGeom prst="rect">
            <a:avLst/>
          </a:prstGeom>
          <a:noFill/>
          <a:ln/>
        </p:spPr>
        <p:txBody>
          <a:bodyPr wrap="square" lIns="0" tIns="0" rIns="0" bIns="0" rtlCol="0" anchor="ctr"/>
          <a:lstStyle/>
          <a:p>
            <a:pPr algn="ctr" defTabSz="1219170"/>
            <a:r>
              <a:rPr lang="en-US" sz="1333" b="1" dirty="0">
                <a:solidFill>
                  <a:srgbClr val="E05252"/>
                </a:solidFill>
                <a:latin typeface="Calibri" pitchFamily="34" charset="0"/>
                <a:ea typeface="Calibri" pitchFamily="34" charset="-122"/>
                <a:cs typeface="Calibri" pitchFamily="34" charset="-120"/>
              </a:rPr>
              <a:t>High</a:t>
            </a:r>
            <a:endParaRPr lang="en-US" sz="1333" dirty="0">
              <a:solidFill>
                <a:prstClr val="black"/>
              </a:solidFill>
              <a:latin typeface="Calibri" panose="020F0502020204030204"/>
            </a:endParaRPr>
          </a:p>
        </p:txBody>
      </p:sp>
      <p:sp>
        <p:nvSpPr>
          <p:cNvPr id="15" name="Shape 13"/>
          <p:cNvSpPr/>
          <p:nvPr/>
        </p:nvSpPr>
        <p:spPr>
          <a:xfrm>
            <a:off x="426720" y="2340864"/>
            <a:ext cx="11582400" cy="755904"/>
          </a:xfrm>
          <a:prstGeom prst="rect">
            <a:avLst/>
          </a:prstGeom>
          <a:solidFill>
            <a:srgbClr val="FFFFFF"/>
          </a:solidFill>
          <a:ln w="6350">
            <a:solidFill>
              <a:srgbClr val="D5DFF0"/>
            </a:solidFill>
            <a:prstDash val="solid"/>
          </a:ln>
        </p:spPr>
      </p:sp>
      <p:sp>
        <p:nvSpPr>
          <p:cNvPr id="16" name="Text 14"/>
          <p:cNvSpPr/>
          <p:nvPr/>
        </p:nvSpPr>
        <p:spPr>
          <a:xfrm>
            <a:off x="548640" y="2340864"/>
            <a:ext cx="463296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Mixed file encodings from different server sources</a:t>
            </a:r>
            <a:endParaRPr lang="en-US" sz="1333" dirty="0">
              <a:solidFill>
                <a:prstClr val="black"/>
              </a:solidFill>
              <a:latin typeface="Calibri" panose="020F0502020204030204"/>
            </a:endParaRPr>
          </a:p>
        </p:txBody>
      </p:sp>
      <p:sp>
        <p:nvSpPr>
          <p:cNvPr id="17" name="Text 15"/>
          <p:cNvSpPr/>
          <p:nvPr/>
        </p:nvSpPr>
        <p:spPr>
          <a:xfrm>
            <a:off x="5388864" y="2340864"/>
            <a:ext cx="548640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chardet library auto-detects UTF-8, ANSI, Latin-1 etc. before any line is read</a:t>
            </a:r>
            <a:endParaRPr lang="en-US" sz="1333" dirty="0">
              <a:solidFill>
                <a:prstClr val="black"/>
              </a:solidFill>
              <a:latin typeface="Calibri" panose="020F0502020204030204"/>
            </a:endParaRPr>
          </a:p>
        </p:txBody>
      </p:sp>
      <p:sp>
        <p:nvSpPr>
          <p:cNvPr id="18" name="Shape 16"/>
          <p:cNvSpPr/>
          <p:nvPr/>
        </p:nvSpPr>
        <p:spPr>
          <a:xfrm>
            <a:off x="11094720" y="2474976"/>
            <a:ext cx="914400" cy="487680"/>
          </a:xfrm>
          <a:prstGeom prst="rect">
            <a:avLst/>
          </a:prstGeom>
          <a:solidFill>
            <a:srgbClr val="E05252">
              <a:alpha val="75000"/>
            </a:srgbClr>
          </a:solidFill>
          <a:ln w="12700">
            <a:solidFill>
              <a:srgbClr val="E05252"/>
            </a:solidFill>
            <a:prstDash val="solid"/>
          </a:ln>
        </p:spPr>
      </p:sp>
      <p:sp>
        <p:nvSpPr>
          <p:cNvPr id="19" name="Text 17"/>
          <p:cNvSpPr/>
          <p:nvPr/>
        </p:nvSpPr>
        <p:spPr>
          <a:xfrm>
            <a:off x="11094720" y="2474976"/>
            <a:ext cx="914400" cy="487680"/>
          </a:xfrm>
          <a:prstGeom prst="rect">
            <a:avLst/>
          </a:prstGeom>
          <a:noFill/>
          <a:ln/>
        </p:spPr>
        <p:txBody>
          <a:bodyPr wrap="square" lIns="0" tIns="0" rIns="0" bIns="0" rtlCol="0" anchor="ctr"/>
          <a:lstStyle/>
          <a:p>
            <a:pPr algn="ctr" defTabSz="1219170"/>
            <a:r>
              <a:rPr lang="en-US" sz="1333" b="1" dirty="0">
                <a:solidFill>
                  <a:srgbClr val="E05252"/>
                </a:solidFill>
                <a:latin typeface="Calibri" pitchFamily="34" charset="0"/>
                <a:ea typeface="Calibri" pitchFamily="34" charset="-122"/>
                <a:cs typeface="Calibri" pitchFamily="34" charset="-120"/>
              </a:rPr>
              <a:t>High</a:t>
            </a:r>
            <a:endParaRPr lang="en-US" sz="1333" dirty="0">
              <a:solidFill>
                <a:prstClr val="black"/>
              </a:solidFill>
              <a:latin typeface="Calibri" panose="020F0502020204030204"/>
            </a:endParaRPr>
          </a:p>
        </p:txBody>
      </p:sp>
      <p:sp>
        <p:nvSpPr>
          <p:cNvPr id="20" name="Shape 18"/>
          <p:cNvSpPr/>
          <p:nvPr/>
        </p:nvSpPr>
        <p:spPr>
          <a:xfrm>
            <a:off x="426720" y="3169920"/>
            <a:ext cx="11582400" cy="755904"/>
          </a:xfrm>
          <a:prstGeom prst="rect">
            <a:avLst/>
          </a:prstGeom>
          <a:solidFill>
            <a:srgbClr val="EEF3FB"/>
          </a:solidFill>
          <a:ln w="6350">
            <a:solidFill>
              <a:srgbClr val="D5DFF0"/>
            </a:solidFill>
            <a:prstDash val="solid"/>
          </a:ln>
        </p:spPr>
      </p:sp>
      <p:sp>
        <p:nvSpPr>
          <p:cNvPr id="21" name="Text 19"/>
          <p:cNvSpPr/>
          <p:nvPr/>
        </p:nvSpPr>
        <p:spPr>
          <a:xfrm>
            <a:off x="548640" y="3169920"/>
            <a:ext cx="463296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LLM context window limits on large logs</a:t>
            </a:r>
            <a:endParaRPr lang="en-US" sz="1333" dirty="0">
              <a:solidFill>
                <a:prstClr val="black"/>
              </a:solidFill>
              <a:latin typeface="Calibri" panose="020F0502020204030204"/>
            </a:endParaRPr>
          </a:p>
        </p:txBody>
      </p:sp>
      <p:sp>
        <p:nvSpPr>
          <p:cNvPr id="22" name="Text 20"/>
          <p:cNvSpPr/>
          <p:nvPr/>
        </p:nvSpPr>
        <p:spPr>
          <a:xfrm>
            <a:off x="5388864" y="3169920"/>
            <a:ext cx="548640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nltk.word_tokenize + chunking at ≤7 500 tokens; results merged per chunk</a:t>
            </a:r>
            <a:endParaRPr lang="en-US" sz="1333" dirty="0">
              <a:solidFill>
                <a:prstClr val="black"/>
              </a:solidFill>
              <a:latin typeface="Calibri" panose="020F0502020204030204"/>
            </a:endParaRPr>
          </a:p>
        </p:txBody>
      </p:sp>
      <p:sp>
        <p:nvSpPr>
          <p:cNvPr id="23" name="Shape 21"/>
          <p:cNvSpPr/>
          <p:nvPr/>
        </p:nvSpPr>
        <p:spPr>
          <a:xfrm>
            <a:off x="11094720" y="3304032"/>
            <a:ext cx="914400" cy="487680"/>
          </a:xfrm>
          <a:prstGeom prst="rect">
            <a:avLst/>
          </a:prstGeom>
          <a:solidFill>
            <a:srgbClr val="E05252">
              <a:alpha val="75000"/>
            </a:srgbClr>
          </a:solidFill>
          <a:ln w="12700">
            <a:solidFill>
              <a:srgbClr val="E05252"/>
            </a:solidFill>
            <a:prstDash val="solid"/>
          </a:ln>
        </p:spPr>
      </p:sp>
      <p:sp>
        <p:nvSpPr>
          <p:cNvPr id="24" name="Text 22"/>
          <p:cNvSpPr/>
          <p:nvPr/>
        </p:nvSpPr>
        <p:spPr>
          <a:xfrm>
            <a:off x="11094720" y="3304032"/>
            <a:ext cx="914400" cy="487680"/>
          </a:xfrm>
          <a:prstGeom prst="rect">
            <a:avLst/>
          </a:prstGeom>
          <a:noFill/>
          <a:ln/>
        </p:spPr>
        <p:txBody>
          <a:bodyPr wrap="square" lIns="0" tIns="0" rIns="0" bIns="0" rtlCol="0" anchor="ctr"/>
          <a:lstStyle/>
          <a:p>
            <a:pPr algn="ctr" defTabSz="1219170"/>
            <a:r>
              <a:rPr lang="en-US" sz="1333" b="1" dirty="0">
                <a:solidFill>
                  <a:srgbClr val="E05252"/>
                </a:solidFill>
                <a:latin typeface="Calibri" pitchFamily="34" charset="0"/>
                <a:ea typeface="Calibri" pitchFamily="34" charset="-122"/>
                <a:cs typeface="Calibri" pitchFamily="34" charset="-120"/>
              </a:rPr>
              <a:t>High</a:t>
            </a:r>
            <a:endParaRPr lang="en-US" sz="1333" dirty="0">
              <a:solidFill>
                <a:prstClr val="black"/>
              </a:solidFill>
              <a:latin typeface="Calibri" panose="020F0502020204030204"/>
            </a:endParaRPr>
          </a:p>
        </p:txBody>
      </p:sp>
      <p:sp>
        <p:nvSpPr>
          <p:cNvPr id="25" name="Shape 23"/>
          <p:cNvSpPr/>
          <p:nvPr/>
        </p:nvSpPr>
        <p:spPr>
          <a:xfrm>
            <a:off x="426720" y="3998976"/>
            <a:ext cx="11582400" cy="755904"/>
          </a:xfrm>
          <a:prstGeom prst="rect">
            <a:avLst/>
          </a:prstGeom>
          <a:solidFill>
            <a:srgbClr val="FFFFFF"/>
          </a:solidFill>
          <a:ln w="6350">
            <a:solidFill>
              <a:srgbClr val="D5DFF0"/>
            </a:solidFill>
            <a:prstDash val="solid"/>
          </a:ln>
        </p:spPr>
      </p:sp>
      <p:sp>
        <p:nvSpPr>
          <p:cNvPr id="26" name="Text 24"/>
          <p:cNvSpPr/>
          <p:nvPr/>
        </p:nvSpPr>
        <p:spPr>
          <a:xfrm>
            <a:off x="548640" y="3998976"/>
            <a:ext cx="463296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Locating a rare event across 50+ log files</a:t>
            </a:r>
            <a:endParaRPr lang="en-US" sz="1333" dirty="0">
              <a:solidFill>
                <a:prstClr val="black"/>
              </a:solidFill>
              <a:latin typeface="Calibri" panose="020F0502020204030204"/>
            </a:endParaRPr>
          </a:p>
        </p:txBody>
      </p:sp>
      <p:sp>
        <p:nvSpPr>
          <p:cNvPr id="27" name="Text 25"/>
          <p:cNvSpPr/>
          <p:nvPr/>
        </p:nvSpPr>
        <p:spPr>
          <a:xfrm>
            <a:off x="5388864" y="3998976"/>
            <a:ext cx="548640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Search-in-all-files with state-machine filtering + chunk-based reading for low memory</a:t>
            </a:r>
            <a:endParaRPr lang="en-US" sz="1333" dirty="0">
              <a:solidFill>
                <a:prstClr val="black"/>
              </a:solidFill>
              <a:latin typeface="Calibri" panose="020F0502020204030204"/>
            </a:endParaRPr>
          </a:p>
        </p:txBody>
      </p:sp>
      <p:sp>
        <p:nvSpPr>
          <p:cNvPr id="28" name="Shape 26"/>
          <p:cNvSpPr/>
          <p:nvPr/>
        </p:nvSpPr>
        <p:spPr>
          <a:xfrm>
            <a:off x="11094720" y="4133088"/>
            <a:ext cx="914400" cy="487680"/>
          </a:xfrm>
          <a:prstGeom prst="rect">
            <a:avLst/>
          </a:prstGeom>
          <a:solidFill>
            <a:srgbClr val="E8B84B">
              <a:alpha val="75000"/>
            </a:srgbClr>
          </a:solidFill>
          <a:ln w="12700">
            <a:solidFill>
              <a:srgbClr val="E8B84B"/>
            </a:solidFill>
            <a:prstDash val="solid"/>
          </a:ln>
        </p:spPr>
      </p:sp>
      <p:sp>
        <p:nvSpPr>
          <p:cNvPr id="29" name="Text 27"/>
          <p:cNvSpPr/>
          <p:nvPr/>
        </p:nvSpPr>
        <p:spPr>
          <a:xfrm>
            <a:off x="11094720" y="4133088"/>
            <a:ext cx="914400" cy="487680"/>
          </a:xfrm>
          <a:prstGeom prst="rect">
            <a:avLst/>
          </a:prstGeom>
          <a:noFill/>
          <a:ln/>
        </p:spPr>
        <p:txBody>
          <a:bodyPr wrap="square" lIns="0" tIns="0" rIns="0" bIns="0" rtlCol="0" anchor="ctr"/>
          <a:lstStyle/>
          <a:p>
            <a:pPr algn="ctr" defTabSz="1219170"/>
            <a:r>
              <a:rPr lang="en-US" sz="1333" b="1" dirty="0">
                <a:solidFill>
                  <a:srgbClr val="E8B84B"/>
                </a:solidFill>
                <a:latin typeface="Calibri" pitchFamily="34" charset="0"/>
                <a:ea typeface="Calibri" pitchFamily="34" charset="-122"/>
                <a:cs typeface="Calibri" pitchFamily="34" charset="-120"/>
              </a:rPr>
              <a:t>Med</a:t>
            </a:r>
            <a:endParaRPr lang="en-US" sz="1333" dirty="0">
              <a:solidFill>
                <a:prstClr val="black"/>
              </a:solidFill>
              <a:latin typeface="Calibri" panose="020F0502020204030204"/>
            </a:endParaRPr>
          </a:p>
        </p:txBody>
      </p:sp>
      <p:sp>
        <p:nvSpPr>
          <p:cNvPr id="30" name="Shape 28"/>
          <p:cNvSpPr/>
          <p:nvPr/>
        </p:nvSpPr>
        <p:spPr>
          <a:xfrm>
            <a:off x="426720" y="4828032"/>
            <a:ext cx="11582400" cy="755904"/>
          </a:xfrm>
          <a:prstGeom prst="rect">
            <a:avLst/>
          </a:prstGeom>
          <a:solidFill>
            <a:srgbClr val="EEF3FB"/>
          </a:solidFill>
          <a:ln w="6350">
            <a:solidFill>
              <a:srgbClr val="D5DFF0"/>
            </a:solidFill>
            <a:prstDash val="solid"/>
          </a:ln>
        </p:spPr>
      </p:sp>
      <p:sp>
        <p:nvSpPr>
          <p:cNvPr id="31" name="Text 29"/>
          <p:cNvSpPr/>
          <p:nvPr/>
        </p:nvSpPr>
        <p:spPr>
          <a:xfrm>
            <a:off x="548640" y="4828032"/>
            <a:ext cx="463296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Identifying slowest XML operations manually</a:t>
            </a:r>
            <a:endParaRPr lang="en-US" sz="1333" dirty="0">
              <a:solidFill>
                <a:prstClr val="black"/>
              </a:solidFill>
              <a:latin typeface="Calibri" panose="020F0502020204030204"/>
            </a:endParaRPr>
          </a:p>
        </p:txBody>
      </p:sp>
      <p:sp>
        <p:nvSpPr>
          <p:cNvPr id="32" name="Text 30"/>
          <p:cNvSpPr/>
          <p:nvPr/>
        </p:nvSpPr>
        <p:spPr>
          <a:xfrm>
            <a:off x="5388864" y="4828032"/>
            <a:ext cx="548640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Automatic red highlighting of top-3 slowest nodes per hierarchy level</a:t>
            </a:r>
            <a:endParaRPr lang="en-US" sz="1333" dirty="0">
              <a:solidFill>
                <a:prstClr val="black"/>
              </a:solidFill>
              <a:latin typeface="Calibri" panose="020F0502020204030204"/>
            </a:endParaRPr>
          </a:p>
        </p:txBody>
      </p:sp>
      <p:sp>
        <p:nvSpPr>
          <p:cNvPr id="33" name="Shape 31"/>
          <p:cNvSpPr/>
          <p:nvPr/>
        </p:nvSpPr>
        <p:spPr>
          <a:xfrm>
            <a:off x="11094720" y="4962144"/>
            <a:ext cx="914400" cy="487680"/>
          </a:xfrm>
          <a:prstGeom prst="rect">
            <a:avLst/>
          </a:prstGeom>
          <a:solidFill>
            <a:srgbClr val="E8B84B">
              <a:alpha val="75000"/>
            </a:srgbClr>
          </a:solidFill>
          <a:ln w="12700">
            <a:solidFill>
              <a:srgbClr val="E8B84B"/>
            </a:solidFill>
            <a:prstDash val="solid"/>
          </a:ln>
        </p:spPr>
      </p:sp>
      <p:sp>
        <p:nvSpPr>
          <p:cNvPr id="34" name="Text 32"/>
          <p:cNvSpPr/>
          <p:nvPr/>
        </p:nvSpPr>
        <p:spPr>
          <a:xfrm>
            <a:off x="11094720" y="4962144"/>
            <a:ext cx="914400" cy="487680"/>
          </a:xfrm>
          <a:prstGeom prst="rect">
            <a:avLst/>
          </a:prstGeom>
          <a:noFill/>
          <a:ln/>
        </p:spPr>
        <p:txBody>
          <a:bodyPr wrap="square" lIns="0" tIns="0" rIns="0" bIns="0" rtlCol="0" anchor="ctr"/>
          <a:lstStyle/>
          <a:p>
            <a:pPr algn="ctr" defTabSz="1219170"/>
            <a:r>
              <a:rPr lang="en-US" sz="1333" b="1" dirty="0">
                <a:solidFill>
                  <a:srgbClr val="E8B84B"/>
                </a:solidFill>
                <a:latin typeface="Calibri" pitchFamily="34" charset="0"/>
                <a:ea typeface="Calibri" pitchFamily="34" charset="-122"/>
                <a:cs typeface="Calibri" pitchFamily="34" charset="-120"/>
              </a:rPr>
              <a:t>Med</a:t>
            </a:r>
            <a:endParaRPr lang="en-US" sz="1333" dirty="0">
              <a:solidFill>
                <a:prstClr val="black"/>
              </a:solidFill>
              <a:latin typeface="Calibri" panose="020F0502020204030204"/>
            </a:endParaRPr>
          </a:p>
        </p:txBody>
      </p:sp>
      <p:sp>
        <p:nvSpPr>
          <p:cNvPr id="35" name="Shape 33"/>
          <p:cNvSpPr/>
          <p:nvPr/>
        </p:nvSpPr>
        <p:spPr>
          <a:xfrm>
            <a:off x="426720" y="5657088"/>
            <a:ext cx="11582400" cy="755904"/>
          </a:xfrm>
          <a:prstGeom prst="rect">
            <a:avLst/>
          </a:prstGeom>
          <a:solidFill>
            <a:srgbClr val="FFFFFF"/>
          </a:solidFill>
          <a:ln w="6350">
            <a:solidFill>
              <a:srgbClr val="D5DFF0"/>
            </a:solidFill>
            <a:prstDash val="solid"/>
          </a:ln>
        </p:spPr>
      </p:sp>
      <p:sp>
        <p:nvSpPr>
          <p:cNvPr id="36" name="Text 34"/>
          <p:cNvSpPr/>
          <p:nvPr/>
        </p:nvSpPr>
        <p:spPr>
          <a:xfrm>
            <a:off x="548640" y="5657088"/>
            <a:ext cx="463296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Matplotlib perf on 100 000+ data points</a:t>
            </a:r>
            <a:endParaRPr lang="en-US" sz="1333" dirty="0">
              <a:solidFill>
                <a:prstClr val="black"/>
              </a:solidFill>
              <a:latin typeface="Calibri" panose="020F0502020204030204"/>
            </a:endParaRPr>
          </a:p>
        </p:txBody>
      </p:sp>
      <p:sp>
        <p:nvSpPr>
          <p:cNvPr id="37" name="Text 35"/>
          <p:cNvSpPr/>
          <p:nvPr/>
        </p:nvSpPr>
        <p:spPr>
          <a:xfrm>
            <a:off x="5388864" y="5657088"/>
            <a:ext cx="5486400" cy="755904"/>
          </a:xfrm>
          <a:prstGeom prst="rect">
            <a:avLst/>
          </a:prstGeom>
          <a:noFill/>
          <a:ln/>
        </p:spPr>
        <p:txBody>
          <a:bodyPr wrap="square" lIns="0" tIns="0" rIns="0" bIns="0" rtlCol="0" anchor="ctr"/>
          <a:lstStyle/>
          <a:p>
            <a:pPr defTabSz="1219170"/>
            <a:r>
              <a:rPr lang="en-US" sz="1333" dirty="0">
                <a:solidFill>
                  <a:srgbClr val="1A2445"/>
                </a:solidFill>
                <a:latin typeface="Calibri" pitchFamily="34" charset="0"/>
                <a:ea typeface="Calibri" pitchFamily="34" charset="-122"/>
                <a:cs typeface="Calibri" pitchFamily="34" charset="-120"/>
              </a:rPr>
              <a:t>agg.path.chunksize = 100 000; TkAgg backend; derivative computed lazily on toggle</a:t>
            </a:r>
            <a:endParaRPr lang="en-US" sz="1333" dirty="0">
              <a:solidFill>
                <a:prstClr val="black"/>
              </a:solidFill>
              <a:latin typeface="Calibri" panose="020F0502020204030204"/>
            </a:endParaRPr>
          </a:p>
        </p:txBody>
      </p:sp>
      <p:sp>
        <p:nvSpPr>
          <p:cNvPr id="38" name="Shape 36"/>
          <p:cNvSpPr/>
          <p:nvPr/>
        </p:nvSpPr>
        <p:spPr>
          <a:xfrm>
            <a:off x="11094720" y="5791200"/>
            <a:ext cx="914400" cy="487680"/>
          </a:xfrm>
          <a:prstGeom prst="rect">
            <a:avLst/>
          </a:prstGeom>
          <a:solidFill>
            <a:srgbClr val="E8B84B">
              <a:alpha val="75000"/>
            </a:srgbClr>
          </a:solidFill>
          <a:ln w="12700">
            <a:solidFill>
              <a:srgbClr val="E8B84B"/>
            </a:solidFill>
            <a:prstDash val="solid"/>
          </a:ln>
        </p:spPr>
      </p:sp>
      <p:sp>
        <p:nvSpPr>
          <p:cNvPr id="39" name="Text 37"/>
          <p:cNvSpPr/>
          <p:nvPr/>
        </p:nvSpPr>
        <p:spPr>
          <a:xfrm>
            <a:off x="11094720" y="5791200"/>
            <a:ext cx="914400" cy="487680"/>
          </a:xfrm>
          <a:prstGeom prst="rect">
            <a:avLst/>
          </a:prstGeom>
          <a:noFill/>
          <a:ln/>
        </p:spPr>
        <p:txBody>
          <a:bodyPr wrap="square" lIns="0" tIns="0" rIns="0" bIns="0" rtlCol="0" anchor="ctr"/>
          <a:lstStyle/>
          <a:p>
            <a:pPr algn="ctr" defTabSz="1219170"/>
            <a:r>
              <a:rPr lang="en-US" sz="1333" b="1" dirty="0">
                <a:solidFill>
                  <a:srgbClr val="E8B84B"/>
                </a:solidFill>
                <a:latin typeface="Calibri" pitchFamily="34" charset="0"/>
                <a:ea typeface="Calibri" pitchFamily="34" charset="-122"/>
                <a:cs typeface="Calibri" pitchFamily="34" charset="-120"/>
              </a:rPr>
              <a:t>Med</a:t>
            </a:r>
            <a:endParaRPr lang="en-US" sz="1333" dirty="0">
              <a:solidFill>
                <a:prstClr val="black"/>
              </a:solidFill>
              <a:latin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Results &amp; Impact</a:t>
            </a:r>
            <a:endParaRPr lang="en-US" sz="2933" dirty="0">
              <a:solidFill>
                <a:prstClr val="black"/>
              </a:solidFill>
              <a:latin typeface="Calibri" panose="020F0502020204030204"/>
            </a:endParaRPr>
          </a:p>
        </p:txBody>
      </p:sp>
      <p:sp>
        <p:nvSpPr>
          <p:cNvPr id="4" name="Shape 2"/>
          <p:cNvSpPr/>
          <p:nvPr/>
        </p:nvSpPr>
        <p:spPr>
          <a:xfrm>
            <a:off x="426720" y="1060704"/>
            <a:ext cx="2560320" cy="1438656"/>
          </a:xfrm>
          <a:prstGeom prst="rect">
            <a:avLst/>
          </a:prstGeom>
          <a:solidFill>
            <a:srgbClr val="0A8A7E"/>
          </a:solidFill>
          <a:ln w="12700">
            <a:solidFill>
              <a:srgbClr val="0A8A7E"/>
            </a:solidFill>
            <a:prstDash val="solid"/>
          </a:ln>
          <a:effectLst>
            <a:outerShdw blurRad="101600" dist="38100" dir="8100000" algn="bl" rotWithShape="0">
              <a:srgbClr val="000000">
                <a:alpha val="18000"/>
              </a:srgbClr>
            </a:outerShdw>
          </a:effectLst>
        </p:spPr>
      </p:sp>
      <p:sp>
        <p:nvSpPr>
          <p:cNvPr id="5" name="Text 3"/>
          <p:cNvSpPr/>
          <p:nvPr/>
        </p:nvSpPr>
        <p:spPr>
          <a:xfrm>
            <a:off x="426720" y="1060704"/>
            <a:ext cx="2560320" cy="792480"/>
          </a:xfrm>
          <a:prstGeom prst="rect">
            <a:avLst/>
          </a:prstGeom>
          <a:noFill/>
          <a:ln/>
        </p:spPr>
        <p:txBody>
          <a:bodyPr wrap="square" lIns="0" tIns="0" rIns="0" bIns="0" rtlCol="0" anchor="ctr"/>
          <a:lstStyle/>
          <a:p>
            <a:pPr algn="ctr" defTabSz="1219170"/>
            <a:r>
              <a:rPr lang="en-US" sz="4533" b="1" dirty="0">
                <a:solidFill>
                  <a:srgbClr val="FFFFFF"/>
                </a:solidFill>
                <a:latin typeface="Calibri" pitchFamily="34" charset="0"/>
                <a:ea typeface="Calibri" pitchFamily="34" charset="-122"/>
                <a:cs typeface="Calibri" pitchFamily="34" charset="-120"/>
              </a:rPr>
              <a:t>~10×</a:t>
            </a:r>
            <a:endParaRPr lang="en-US" sz="4533" dirty="0">
              <a:solidFill>
                <a:prstClr val="black"/>
              </a:solidFill>
              <a:latin typeface="Calibri" panose="020F0502020204030204"/>
            </a:endParaRPr>
          </a:p>
        </p:txBody>
      </p:sp>
      <p:sp>
        <p:nvSpPr>
          <p:cNvPr id="6" name="Text 4"/>
          <p:cNvSpPr/>
          <p:nvPr/>
        </p:nvSpPr>
        <p:spPr>
          <a:xfrm>
            <a:off x="426720" y="1828800"/>
            <a:ext cx="2560320" cy="682752"/>
          </a:xfrm>
          <a:prstGeom prst="rect">
            <a:avLst/>
          </a:prstGeom>
          <a:noFill/>
          <a:ln/>
        </p:spPr>
        <p:txBody>
          <a:bodyPr wrap="square" lIns="0" tIns="0" rIns="0" bIns="0" rtlCol="0" anchor="t"/>
          <a:lstStyle/>
          <a:p>
            <a:pPr algn="ctr" defTabSz="1219170"/>
            <a:r>
              <a:rPr lang="en-US" sz="1267" dirty="0">
                <a:solidFill>
                  <a:srgbClr val="FFFFFF"/>
                </a:solidFill>
                <a:latin typeface="Calibri" pitchFamily="34" charset="0"/>
                <a:ea typeface="Calibri" pitchFamily="34" charset="-122"/>
                <a:cs typeface="Calibri" pitchFamily="34" charset="-120"/>
              </a:rPr>
              <a:t>Faster debug</a:t>
            </a:r>
            <a:endParaRPr lang="en-US" sz="1267" dirty="0">
              <a:solidFill>
                <a:prstClr val="black"/>
              </a:solidFill>
              <a:latin typeface="Calibri" panose="020F0502020204030204"/>
            </a:endParaRPr>
          </a:p>
          <a:p>
            <a:pPr algn="ctr" defTabSz="1219170"/>
            <a:r>
              <a:rPr lang="en-US" sz="1267" dirty="0">
                <a:solidFill>
                  <a:srgbClr val="FFFFFF"/>
                </a:solidFill>
                <a:latin typeface="Calibri" pitchFamily="34" charset="0"/>
                <a:ea typeface="Calibri" pitchFamily="34" charset="-122"/>
                <a:cs typeface="Calibri" pitchFamily="34" charset="-120"/>
              </a:rPr>
              <a:t>vs manual scan</a:t>
            </a:r>
            <a:endParaRPr lang="en-US" sz="1267" dirty="0">
              <a:solidFill>
                <a:prstClr val="black"/>
              </a:solidFill>
              <a:latin typeface="Calibri" panose="020F0502020204030204"/>
            </a:endParaRPr>
          </a:p>
        </p:txBody>
      </p:sp>
      <p:sp>
        <p:nvSpPr>
          <p:cNvPr id="7" name="Shape 5"/>
          <p:cNvSpPr/>
          <p:nvPr/>
        </p:nvSpPr>
        <p:spPr>
          <a:xfrm>
            <a:off x="3291840" y="1060704"/>
            <a:ext cx="2560320" cy="1438656"/>
          </a:xfrm>
          <a:prstGeom prst="rect">
            <a:avLst/>
          </a:prstGeom>
          <a:solidFill>
            <a:srgbClr val="1A2445"/>
          </a:solidFill>
          <a:ln w="12700">
            <a:solidFill>
              <a:srgbClr val="1A2445"/>
            </a:solidFill>
            <a:prstDash val="solid"/>
          </a:ln>
          <a:effectLst>
            <a:outerShdw blurRad="101600" dist="38100" dir="8100000" algn="bl" rotWithShape="0">
              <a:srgbClr val="000000">
                <a:alpha val="18000"/>
              </a:srgbClr>
            </a:outerShdw>
          </a:effectLst>
        </p:spPr>
      </p:sp>
      <p:sp>
        <p:nvSpPr>
          <p:cNvPr id="8" name="Text 6"/>
          <p:cNvSpPr/>
          <p:nvPr/>
        </p:nvSpPr>
        <p:spPr>
          <a:xfrm>
            <a:off x="3291840" y="1060704"/>
            <a:ext cx="2560320" cy="792480"/>
          </a:xfrm>
          <a:prstGeom prst="rect">
            <a:avLst/>
          </a:prstGeom>
          <a:noFill/>
          <a:ln/>
        </p:spPr>
        <p:txBody>
          <a:bodyPr wrap="square" lIns="0" tIns="0" rIns="0" bIns="0" rtlCol="0" anchor="ctr"/>
          <a:lstStyle/>
          <a:p>
            <a:pPr algn="ctr" defTabSz="1219170"/>
            <a:r>
              <a:rPr lang="en-US" sz="4533" b="1" dirty="0">
                <a:solidFill>
                  <a:srgbClr val="FFFFFF"/>
                </a:solidFill>
                <a:latin typeface="Calibri" pitchFamily="34" charset="0"/>
                <a:ea typeface="Calibri" pitchFamily="34" charset="-122"/>
                <a:cs typeface="Calibri" pitchFamily="34" charset="-120"/>
              </a:rPr>
              <a:t>∞</a:t>
            </a:r>
            <a:endParaRPr lang="en-US" sz="4533" dirty="0">
              <a:solidFill>
                <a:prstClr val="black"/>
              </a:solidFill>
              <a:latin typeface="Calibri" panose="020F0502020204030204"/>
            </a:endParaRPr>
          </a:p>
        </p:txBody>
      </p:sp>
      <p:sp>
        <p:nvSpPr>
          <p:cNvPr id="9" name="Text 7"/>
          <p:cNvSpPr/>
          <p:nvPr/>
        </p:nvSpPr>
        <p:spPr>
          <a:xfrm>
            <a:off x="3291840" y="1828800"/>
            <a:ext cx="2560320" cy="682752"/>
          </a:xfrm>
          <a:prstGeom prst="rect">
            <a:avLst/>
          </a:prstGeom>
          <a:noFill/>
          <a:ln/>
        </p:spPr>
        <p:txBody>
          <a:bodyPr wrap="square" lIns="0" tIns="0" rIns="0" bIns="0" rtlCol="0" anchor="t"/>
          <a:lstStyle/>
          <a:p>
            <a:pPr algn="ctr" defTabSz="1219170"/>
            <a:r>
              <a:rPr lang="en-US" sz="1267" dirty="0">
                <a:solidFill>
                  <a:srgbClr val="FFFFFF"/>
                </a:solidFill>
                <a:latin typeface="Calibri" pitchFamily="34" charset="0"/>
                <a:ea typeface="Calibri" pitchFamily="34" charset="-122"/>
                <a:cs typeface="Calibri" pitchFamily="34" charset="-120"/>
              </a:rPr>
              <a:t>Log size</a:t>
            </a:r>
            <a:endParaRPr lang="en-US" sz="1267" dirty="0">
              <a:solidFill>
                <a:prstClr val="black"/>
              </a:solidFill>
              <a:latin typeface="Calibri" panose="020F0502020204030204"/>
            </a:endParaRPr>
          </a:p>
          <a:p>
            <a:pPr algn="ctr" defTabSz="1219170"/>
            <a:r>
              <a:rPr lang="en-US" sz="1267" dirty="0">
                <a:solidFill>
                  <a:srgbClr val="FFFFFF"/>
                </a:solidFill>
                <a:latin typeface="Calibri" pitchFamily="34" charset="0"/>
                <a:ea typeface="Calibri" pitchFamily="34" charset="-122"/>
                <a:cs typeface="Calibri" pitchFamily="34" charset="-120"/>
              </a:rPr>
              <a:t>(streamed)</a:t>
            </a:r>
            <a:endParaRPr lang="en-US" sz="1267" dirty="0">
              <a:solidFill>
                <a:prstClr val="black"/>
              </a:solidFill>
              <a:latin typeface="Calibri" panose="020F0502020204030204"/>
            </a:endParaRPr>
          </a:p>
        </p:txBody>
      </p:sp>
      <p:sp>
        <p:nvSpPr>
          <p:cNvPr id="10" name="Shape 8"/>
          <p:cNvSpPr/>
          <p:nvPr/>
        </p:nvSpPr>
        <p:spPr>
          <a:xfrm>
            <a:off x="6156960" y="1060704"/>
            <a:ext cx="2560320" cy="1438656"/>
          </a:xfrm>
          <a:prstGeom prst="rect">
            <a:avLst/>
          </a:prstGeom>
          <a:solidFill>
            <a:srgbClr val="6C5CE7"/>
          </a:solidFill>
          <a:ln w="12700">
            <a:solidFill>
              <a:srgbClr val="6C5CE7"/>
            </a:solidFill>
            <a:prstDash val="solid"/>
          </a:ln>
          <a:effectLst>
            <a:outerShdw blurRad="101600" dist="38100" dir="8100000" algn="bl" rotWithShape="0">
              <a:srgbClr val="000000">
                <a:alpha val="18000"/>
              </a:srgbClr>
            </a:outerShdw>
          </a:effectLst>
        </p:spPr>
      </p:sp>
      <p:sp>
        <p:nvSpPr>
          <p:cNvPr id="11" name="Text 9"/>
          <p:cNvSpPr/>
          <p:nvPr/>
        </p:nvSpPr>
        <p:spPr>
          <a:xfrm>
            <a:off x="6156960" y="1060704"/>
            <a:ext cx="2560320" cy="792480"/>
          </a:xfrm>
          <a:prstGeom prst="rect">
            <a:avLst/>
          </a:prstGeom>
          <a:noFill/>
          <a:ln/>
        </p:spPr>
        <p:txBody>
          <a:bodyPr wrap="square" lIns="0" tIns="0" rIns="0" bIns="0" rtlCol="0" anchor="ctr"/>
          <a:lstStyle/>
          <a:p>
            <a:pPr algn="ctr" defTabSz="1219170"/>
            <a:r>
              <a:rPr lang="en-US" sz="4533" b="1" dirty="0">
                <a:solidFill>
                  <a:srgbClr val="FFFFFF"/>
                </a:solidFill>
                <a:latin typeface="Calibri" pitchFamily="34" charset="0"/>
                <a:ea typeface="Calibri" pitchFamily="34" charset="-122"/>
                <a:cs typeface="Calibri" pitchFamily="34" charset="-120"/>
              </a:rPr>
              <a:t>7</a:t>
            </a:r>
            <a:endParaRPr lang="en-US" sz="4533" dirty="0">
              <a:solidFill>
                <a:prstClr val="black"/>
              </a:solidFill>
              <a:latin typeface="Calibri" panose="020F0502020204030204"/>
            </a:endParaRPr>
          </a:p>
        </p:txBody>
      </p:sp>
      <p:sp>
        <p:nvSpPr>
          <p:cNvPr id="12" name="Text 10"/>
          <p:cNvSpPr/>
          <p:nvPr/>
        </p:nvSpPr>
        <p:spPr>
          <a:xfrm>
            <a:off x="6156960" y="1828800"/>
            <a:ext cx="2560320" cy="682752"/>
          </a:xfrm>
          <a:prstGeom prst="rect">
            <a:avLst/>
          </a:prstGeom>
          <a:noFill/>
          <a:ln/>
        </p:spPr>
        <p:txBody>
          <a:bodyPr wrap="square" lIns="0" tIns="0" rIns="0" bIns="0" rtlCol="0" anchor="t"/>
          <a:lstStyle/>
          <a:p>
            <a:pPr algn="ctr" defTabSz="1219170"/>
            <a:r>
              <a:rPr lang="en-US" sz="1267" dirty="0">
                <a:solidFill>
                  <a:srgbClr val="FFFFFF"/>
                </a:solidFill>
                <a:latin typeface="Calibri" pitchFamily="34" charset="0"/>
                <a:ea typeface="Calibri" pitchFamily="34" charset="-122"/>
                <a:cs typeface="Calibri" pitchFamily="34" charset="-120"/>
              </a:rPr>
              <a:t>Core modules</a:t>
            </a:r>
            <a:endParaRPr lang="en-US" sz="1267" dirty="0">
              <a:solidFill>
                <a:prstClr val="black"/>
              </a:solidFill>
              <a:latin typeface="Calibri" panose="020F0502020204030204"/>
            </a:endParaRPr>
          </a:p>
          <a:p>
            <a:pPr algn="ctr" defTabSz="1219170"/>
            <a:r>
              <a:rPr lang="en-US" sz="1267" dirty="0">
                <a:solidFill>
                  <a:srgbClr val="FFFFFF"/>
                </a:solidFill>
                <a:latin typeface="Calibri" pitchFamily="34" charset="0"/>
                <a:ea typeface="Calibri" pitchFamily="34" charset="-122"/>
                <a:cs typeface="Calibri" pitchFamily="34" charset="-120"/>
              </a:rPr>
              <a:t>integrated</a:t>
            </a:r>
            <a:endParaRPr lang="en-US" sz="1267" dirty="0">
              <a:solidFill>
                <a:prstClr val="black"/>
              </a:solidFill>
              <a:latin typeface="Calibri" panose="020F0502020204030204"/>
            </a:endParaRPr>
          </a:p>
        </p:txBody>
      </p:sp>
      <p:sp>
        <p:nvSpPr>
          <p:cNvPr id="13" name="Shape 11"/>
          <p:cNvSpPr/>
          <p:nvPr/>
        </p:nvSpPr>
        <p:spPr>
          <a:xfrm>
            <a:off x="9022080" y="1060704"/>
            <a:ext cx="2560320" cy="1438656"/>
          </a:xfrm>
          <a:prstGeom prst="rect">
            <a:avLst/>
          </a:prstGeom>
          <a:solidFill>
            <a:srgbClr val="E8B84B"/>
          </a:solidFill>
          <a:ln w="12700">
            <a:solidFill>
              <a:srgbClr val="E8B84B"/>
            </a:solidFill>
            <a:prstDash val="solid"/>
          </a:ln>
          <a:effectLst>
            <a:outerShdw blurRad="101600" dist="38100" dir="8100000" algn="bl" rotWithShape="0">
              <a:srgbClr val="000000">
                <a:alpha val="18000"/>
              </a:srgbClr>
            </a:outerShdw>
          </a:effectLst>
        </p:spPr>
      </p:sp>
      <p:sp>
        <p:nvSpPr>
          <p:cNvPr id="14" name="Text 12"/>
          <p:cNvSpPr/>
          <p:nvPr/>
        </p:nvSpPr>
        <p:spPr>
          <a:xfrm>
            <a:off x="9022080" y="1060704"/>
            <a:ext cx="2560320" cy="792480"/>
          </a:xfrm>
          <a:prstGeom prst="rect">
            <a:avLst/>
          </a:prstGeom>
          <a:noFill/>
          <a:ln/>
        </p:spPr>
        <p:txBody>
          <a:bodyPr wrap="square" lIns="0" tIns="0" rIns="0" bIns="0" rtlCol="0" anchor="ctr"/>
          <a:lstStyle/>
          <a:p>
            <a:pPr algn="ctr" defTabSz="1219170"/>
            <a:r>
              <a:rPr lang="en-US" sz="4533" b="1" dirty="0">
                <a:solidFill>
                  <a:srgbClr val="FFFFFF"/>
                </a:solidFill>
                <a:latin typeface="Calibri" pitchFamily="34" charset="0"/>
                <a:ea typeface="Calibri" pitchFamily="34" charset="-122"/>
                <a:cs typeface="Calibri" pitchFamily="34" charset="-120"/>
              </a:rPr>
              <a:t>AI</a:t>
            </a:r>
            <a:endParaRPr lang="en-US" sz="4533" dirty="0">
              <a:solidFill>
                <a:prstClr val="black"/>
              </a:solidFill>
              <a:latin typeface="Calibri" panose="020F0502020204030204"/>
            </a:endParaRPr>
          </a:p>
        </p:txBody>
      </p:sp>
      <p:sp>
        <p:nvSpPr>
          <p:cNvPr id="15" name="Text 13"/>
          <p:cNvSpPr/>
          <p:nvPr/>
        </p:nvSpPr>
        <p:spPr>
          <a:xfrm>
            <a:off x="9022080" y="1828800"/>
            <a:ext cx="2560320" cy="682752"/>
          </a:xfrm>
          <a:prstGeom prst="rect">
            <a:avLst/>
          </a:prstGeom>
          <a:noFill/>
          <a:ln/>
        </p:spPr>
        <p:txBody>
          <a:bodyPr wrap="square" lIns="0" tIns="0" rIns="0" bIns="0" rtlCol="0" anchor="t"/>
          <a:lstStyle/>
          <a:p>
            <a:pPr algn="ctr" defTabSz="1219170"/>
            <a:r>
              <a:rPr lang="en-US" sz="1267" dirty="0">
                <a:solidFill>
                  <a:srgbClr val="FFFFFF"/>
                </a:solidFill>
                <a:latin typeface="Calibri" pitchFamily="34" charset="0"/>
                <a:ea typeface="Calibri" pitchFamily="34" charset="-122"/>
                <a:cs typeface="Calibri" pitchFamily="34" charset="-120"/>
              </a:rPr>
              <a:t>Natural language</a:t>
            </a:r>
            <a:endParaRPr lang="en-US" sz="1267" dirty="0">
              <a:solidFill>
                <a:prstClr val="black"/>
              </a:solidFill>
              <a:latin typeface="Calibri" panose="020F0502020204030204"/>
            </a:endParaRPr>
          </a:p>
          <a:p>
            <a:pPr algn="ctr" defTabSz="1219170"/>
            <a:r>
              <a:rPr lang="en-US" sz="1267" dirty="0">
                <a:solidFill>
                  <a:srgbClr val="FFFFFF"/>
                </a:solidFill>
                <a:latin typeface="Calibri" pitchFamily="34" charset="0"/>
                <a:ea typeface="Calibri" pitchFamily="34" charset="-122"/>
                <a:cs typeface="Calibri" pitchFamily="34" charset="-120"/>
              </a:rPr>
              <a:t>log Q&amp;A</a:t>
            </a:r>
            <a:endParaRPr lang="en-US" sz="1267" dirty="0">
              <a:solidFill>
                <a:prstClr val="black"/>
              </a:solidFill>
              <a:latin typeface="Calibri" panose="020F0502020204030204"/>
            </a:endParaRPr>
          </a:p>
        </p:txBody>
      </p:sp>
      <p:sp>
        <p:nvSpPr>
          <p:cNvPr id="16" name="Shape 14"/>
          <p:cNvSpPr/>
          <p:nvPr/>
        </p:nvSpPr>
        <p:spPr>
          <a:xfrm>
            <a:off x="426720" y="2682240"/>
            <a:ext cx="5547360" cy="377952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7" name="Shape 15"/>
          <p:cNvSpPr/>
          <p:nvPr/>
        </p:nvSpPr>
        <p:spPr>
          <a:xfrm>
            <a:off x="426720" y="2682240"/>
            <a:ext cx="85344" cy="3779520"/>
          </a:xfrm>
          <a:prstGeom prst="rect">
            <a:avLst/>
          </a:prstGeom>
          <a:solidFill>
            <a:srgbClr val="E05252"/>
          </a:solidFill>
          <a:ln w="12700">
            <a:solidFill>
              <a:srgbClr val="E05252"/>
            </a:solidFill>
            <a:prstDash val="solid"/>
          </a:ln>
        </p:spPr>
      </p:sp>
      <p:sp>
        <p:nvSpPr>
          <p:cNvPr id="18" name="Text 16"/>
          <p:cNvSpPr/>
          <p:nvPr/>
        </p:nvSpPr>
        <p:spPr>
          <a:xfrm>
            <a:off x="670560" y="2804160"/>
            <a:ext cx="5120640" cy="463296"/>
          </a:xfrm>
          <a:prstGeom prst="rect">
            <a:avLst/>
          </a:prstGeom>
          <a:noFill/>
          <a:ln/>
        </p:spPr>
        <p:txBody>
          <a:bodyPr wrap="square" lIns="0" tIns="0" rIns="0" bIns="0" rtlCol="0" anchor="ctr"/>
          <a:lstStyle/>
          <a:p>
            <a:pPr defTabSz="1219170"/>
            <a:r>
              <a:rPr lang="en-US" sz="1600" b="1" dirty="0">
                <a:solidFill>
                  <a:srgbClr val="E05252"/>
                </a:solidFill>
                <a:latin typeface="Calibri" pitchFamily="34" charset="0"/>
                <a:ea typeface="Calibri" pitchFamily="34" charset="-122"/>
                <a:cs typeface="Calibri" pitchFamily="34" charset="-120"/>
              </a:rPr>
              <a:t>✗  Before  (Manual Process)</a:t>
            </a:r>
            <a:endParaRPr lang="en-US" sz="1600" dirty="0">
              <a:solidFill>
                <a:prstClr val="black"/>
              </a:solidFill>
              <a:latin typeface="Calibri" panose="020F0502020204030204"/>
            </a:endParaRPr>
          </a:p>
        </p:txBody>
      </p:sp>
      <p:sp>
        <p:nvSpPr>
          <p:cNvPr id="19" name="Text 17"/>
          <p:cNvSpPr/>
          <p:nvPr/>
        </p:nvSpPr>
        <p:spPr>
          <a:xfrm>
            <a:off x="670560" y="3316224"/>
            <a:ext cx="5059680" cy="2987040"/>
          </a:xfrm>
          <a:prstGeom prst="rect">
            <a:avLst/>
          </a:prstGeom>
          <a:noFill/>
          <a:ln/>
        </p:spPr>
        <p:txBody>
          <a:bodyPr wrap="square" rtlCol="0" anchor="t"/>
          <a:lstStyle/>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Scroll through thousands of raw log lines</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Manually timestamp-diff adjacent entries</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Open multiple files separately to trace events</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No quick way to spot performance outliers</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Paste log into ChatGPT manually per session</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Diff two customer logs by eye</a:t>
            </a:r>
            <a:endParaRPr lang="en-US" sz="1733" dirty="0">
              <a:solidFill>
                <a:prstClr val="black"/>
              </a:solidFill>
              <a:latin typeface="Calibri" panose="020F0502020204030204"/>
            </a:endParaRPr>
          </a:p>
        </p:txBody>
      </p:sp>
      <p:sp>
        <p:nvSpPr>
          <p:cNvPr id="20" name="Shape 18"/>
          <p:cNvSpPr/>
          <p:nvPr/>
        </p:nvSpPr>
        <p:spPr>
          <a:xfrm>
            <a:off x="6217920" y="2682240"/>
            <a:ext cx="5547360" cy="377952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21" name="Shape 19"/>
          <p:cNvSpPr/>
          <p:nvPr/>
        </p:nvSpPr>
        <p:spPr>
          <a:xfrm>
            <a:off x="6217920" y="2682240"/>
            <a:ext cx="85344" cy="3779520"/>
          </a:xfrm>
          <a:prstGeom prst="rect">
            <a:avLst/>
          </a:prstGeom>
          <a:solidFill>
            <a:srgbClr val="0A8A7E"/>
          </a:solidFill>
          <a:ln w="12700">
            <a:solidFill>
              <a:srgbClr val="0A8A7E"/>
            </a:solidFill>
            <a:prstDash val="solid"/>
          </a:ln>
        </p:spPr>
      </p:sp>
      <p:sp>
        <p:nvSpPr>
          <p:cNvPr id="22" name="Text 20"/>
          <p:cNvSpPr/>
          <p:nvPr/>
        </p:nvSpPr>
        <p:spPr>
          <a:xfrm>
            <a:off x="6461760" y="2804160"/>
            <a:ext cx="5120640" cy="463296"/>
          </a:xfrm>
          <a:prstGeom prst="rect">
            <a:avLst/>
          </a:prstGeom>
          <a:noFill/>
          <a:ln/>
        </p:spPr>
        <p:txBody>
          <a:bodyPr wrap="square" lIns="0" tIns="0" rIns="0" bIns="0" rtlCol="0" anchor="ctr"/>
          <a:lstStyle/>
          <a:p>
            <a:pPr defTabSz="1219170"/>
            <a:r>
              <a:rPr lang="en-US" sz="1600" b="1" dirty="0">
                <a:solidFill>
                  <a:srgbClr val="0A8A7E"/>
                </a:solidFill>
                <a:latin typeface="Calibri" pitchFamily="34" charset="0"/>
                <a:ea typeface="Calibri" pitchFamily="34" charset="-122"/>
                <a:cs typeface="Calibri" pitchFamily="34" charset="-120"/>
              </a:rPr>
              <a:t>✓  After  (Log Parser Ultimate)</a:t>
            </a:r>
            <a:endParaRPr lang="en-US" sz="1600" dirty="0">
              <a:solidFill>
                <a:prstClr val="black"/>
              </a:solidFill>
              <a:latin typeface="Calibri" panose="020F0502020204030204"/>
            </a:endParaRPr>
          </a:p>
        </p:txBody>
      </p:sp>
      <p:sp>
        <p:nvSpPr>
          <p:cNvPr id="23" name="Text 21"/>
          <p:cNvSpPr/>
          <p:nvPr/>
        </p:nvSpPr>
        <p:spPr>
          <a:xfrm>
            <a:off x="6461760" y="3316224"/>
            <a:ext cx="5059680" cy="2987040"/>
          </a:xfrm>
          <a:prstGeom prst="rect">
            <a:avLst/>
          </a:prstGeom>
          <a:noFill/>
          <a:ln/>
        </p:spPr>
        <p:txBody>
          <a:bodyPr wrap="square" rtlCol="0" anchor="t"/>
          <a:lstStyle/>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Hierarchical TreeView with expand/collapse</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L(t) + L'(t) chart shows time distribution instantly</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Cross-file search in one click across entire directory</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Red auto-highlight on slowest XML nodes per level</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SiemensGPT answers questions in natural language</a:t>
            </a:r>
            <a:endParaRPr lang="en-US" sz="1733" dirty="0">
              <a:solidFill>
                <a:prstClr val="black"/>
              </a:solidFill>
              <a:latin typeface="Calibri" panose="020F0502020204030204"/>
            </a:endParaRPr>
          </a:p>
          <a:p>
            <a:pPr marL="457189" indent="-457189" defTabSz="1219170">
              <a:spcAft>
                <a:spcPts val="533"/>
              </a:spcAft>
              <a:buSzPct val="100000"/>
              <a:buFontTx/>
              <a:buChar char="●"/>
            </a:pPr>
            <a:r>
              <a:rPr lang="en-US" sz="1733" dirty="0">
                <a:solidFill>
                  <a:srgbClr val="1A2445"/>
                </a:solidFill>
                <a:latin typeface="Calibri" pitchFamily="34" charset="0"/>
                <a:ea typeface="Calibri" pitchFamily="34" charset="-122"/>
                <a:cs typeface="Calibri" pitchFamily="34" charset="-120"/>
              </a:rPr>
              <a:t>Structured diff with FOUND/NOT FOUND color coding</a:t>
            </a:r>
            <a:endParaRPr lang="en-US" sz="1733" dirty="0">
              <a:solidFill>
                <a:prstClr val="black"/>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1A2445"/>
          </a:solidFill>
          <a:ln w="12700">
            <a:solidFill>
              <a:srgbClr val="1A2445"/>
            </a:solidFill>
            <a:prstDash val="solid"/>
          </a:ln>
        </p:spPr>
      </p:sp>
      <p:sp>
        <p:nvSpPr>
          <p:cNvPr id="3" name="Text 1"/>
          <p:cNvSpPr/>
          <p:nvPr/>
        </p:nvSpPr>
        <p:spPr>
          <a:xfrm>
            <a:off x="548640" y="0"/>
            <a:ext cx="11094720" cy="877824"/>
          </a:xfrm>
          <a:prstGeom prst="rect">
            <a:avLst/>
          </a:prstGeom>
          <a:noFill/>
          <a:ln/>
        </p:spPr>
        <p:txBody>
          <a:bodyPr wrap="square" lIns="0" tIns="0" rIns="0" bIns="0" rtlCol="0" anchor="ctr"/>
          <a:lstStyle/>
          <a:p>
            <a:pPr defTabSz="1219170"/>
            <a:r>
              <a:rPr lang="en-US" sz="2933" b="1" dirty="0">
                <a:solidFill>
                  <a:srgbClr val="FFFFFF"/>
                </a:solidFill>
                <a:latin typeface="Calibri" pitchFamily="34" charset="0"/>
                <a:ea typeface="Calibri" pitchFamily="34" charset="-122"/>
                <a:cs typeface="Calibri" pitchFamily="34" charset="-120"/>
              </a:rPr>
              <a:t>Future Work &amp; Roadmap</a:t>
            </a:r>
            <a:endParaRPr lang="en-US" sz="2933" dirty="0">
              <a:solidFill>
                <a:prstClr val="black"/>
              </a:solidFill>
              <a:latin typeface="Calibri" panose="020F0502020204030204"/>
            </a:endParaRPr>
          </a:p>
        </p:txBody>
      </p:sp>
      <p:sp>
        <p:nvSpPr>
          <p:cNvPr id="4" name="Shape 2"/>
          <p:cNvSpPr/>
          <p:nvPr/>
        </p:nvSpPr>
        <p:spPr>
          <a:xfrm>
            <a:off x="426720" y="1146048"/>
            <a:ext cx="999744" cy="512064"/>
          </a:xfrm>
          <a:prstGeom prst="rect">
            <a:avLst/>
          </a:prstGeom>
          <a:solidFill>
            <a:srgbClr val="0A8A7E"/>
          </a:solidFill>
          <a:ln w="12700">
            <a:solidFill>
              <a:srgbClr val="0A8A7E"/>
            </a:solidFill>
            <a:prstDash val="solid"/>
          </a:ln>
        </p:spPr>
      </p:sp>
      <p:sp>
        <p:nvSpPr>
          <p:cNvPr id="5" name="Text 3"/>
          <p:cNvSpPr/>
          <p:nvPr/>
        </p:nvSpPr>
        <p:spPr>
          <a:xfrm>
            <a:off x="426720" y="1146048"/>
            <a:ext cx="999744" cy="512064"/>
          </a:xfrm>
          <a:prstGeom prst="rect">
            <a:avLst/>
          </a:prstGeom>
          <a:noFill/>
          <a:ln/>
        </p:spPr>
        <p:txBody>
          <a:bodyPr wrap="square" lIns="0" tIns="0" rIns="0" bIns="0" rtlCol="0" anchor="ctr"/>
          <a:lstStyle/>
          <a:p>
            <a:pPr algn="ctr" defTabSz="1219170"/>
            <a:r>
              <a:rPr lang="en-US" sz="1200" b="1" dirty="0">
                <a:solidFill>
                  <a:srgbClr val="FFFFFF"/>
                </a:solidFill>
                <a:latin typeface="Calibri" pitchFamily="34" charset="0"/>
                <a:ea typeface="Calibri" pitchFamily="34" charset="-122"/>
                <a:cs typeface="Calibri" pitchFamily="34" charset="-120"/>
              </a:rPr>
              <a:t>v2.0</a:t>
            </a:r>
            <a:endParaRPr lang="en-US" sz="1200" dirty="0">
              <a:solidFill>
                <a:prstClr val="black"/>
              </a:solidFill>
              <a:latin typeface="Calibri" panose="020F0502020204030204"/>
            </a:endParaRPr>
          </a:p>
        </p:txBody>
      </p:sp>
      <p:sp>
        <p:nvSpPr>
          <p:cNvPr id="6" name="Shape 4"/>
          <p:cNvSpPr/>
          <p:nvPr/>
        </p:nvSpPr>
        <p:spPr>
          <a:xfrm>
            <a:off x="1609344" y="1036320"/>
            <a:ext cx="10216896"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7" name="Shape 5"/>
          <p:cNvSpPr/>
          <p:nvPr/>
        </p:nvSpPr>
        <p:spPr>
          <a:xfrm>
            <a:off x="1609344" y="1036320"/>
            <a:ext cx="85344" cy="914400"/>
          </a:xfrm>
          <a:prstGeom prst="rect">
            <a:avLst/>
          </a:prstGeom>
          <a:solidFill>
            <a:srgbClr val="0A8A7E"/>
          </a:solidFill>
          <a:ln w="12700">
            <a:solidFill>
              <a:srgbClr val="0A8A7E"/>
            </a:solidFill>
            <a:prstDash val="solid"/>
          </a:ln>
        </p:spPr>
      </p:sp>
      <p:sp>
        <p:nvSpPr>
          <p:cNvPr id="8" name="Text 6"/>
          <p:cNvSpPr/>
          <p:nvPr/>
        </p:nvSpPr>
        <p:spPr>
          <a:xfrm>
            <a:off x="1853184" y="1097280"/>
            <a:ext cx="9631680" cy="365760"/>
          </a:xfrm>
          <a:prstGeom prst="rect">
            <a:avLst/>
          </a:prstGeom>
          <a:noFill/>
          <a:ln/>
        </p:spPr>
        <p:txBody>
          <a:bodyPr wrap="square" lIns="0" tIns="0" rIns="0" bIns="0" rtlCol="0" anchor="ctr"/>
          <a:lstStyle/>
          <a:p>
            <a:pPr defTabSz="1219170"/>
            <a:r>
              <a:rPr lang="en-US" sz="1600" b="1" dirty="0">
                <a:solidFill>
                  <a:srgbClr val="0A8A7E"/>
                </a:solidFill>
                <a:latin typeface="Calibri" pitchFamily="34" charset="0"/>
                <a:ea typeface="Calibri" pitchFamily="34" charset="-122"/>
                <a:cs typeface="Calibri" pitchFamily="34" charset="-120"/>
              </a:rPr>
              <a:t>Web-based UI</a:t>
            </a:r>
            <a:endParaRPr lang="en-US" sz="1600" dirty="0">
              <a:solidFill>
                <a:prstClr val="black"/>
              </a:solidFill>
              <a:latin typeface="Calibri" panose="020F0502020204030204"/>
            </a:endParaRPr>
          </a:p>
        </p:txBody>
      </p:sp>
      <p:sp>
        <p:nvSpPr>
          <p:cNvPr id="9" name="Text 7"/>
          <p:cNvSpPr/>
          <p:nvPr/>
        </p:nvSpPr>
        <p:spPr>
          <a:xfrm>
            <a:off x="1853184" y="1475232"/>
            <a:ext cx="9631680" cy="438912"/>
          </a:xfrm>
          <a:prstGeom prst="rect">
            <a:avLst/>
          </a:prstGeom>
          <a:noFill/>
          <a:ln/>
        </p:spPr>
        <p:txBody>
          <a:bodyPr wrap="square" lIns="0" tIns="0" rIns="0" bIns="0" rtlCol="0" anchor="t"/>
          <a:lstStyle/>
          <a:p>
            <a:pPr defTabSz="1219170"/>
            <a:r>
              <a:rPr lang="en-US" sz="1400" dirty="0">
                <a:solidFill>
                  <a:srgbClr val="1A2445"/>
                </a:solidFill>
                <a:latin typeface="Calibri" pitchFamily="34" charset="0"/>
                <a:ea typeface="Calibri" pitchFamily="34" charset="-122"/>
                <a:cs typeface="Calibri" pitchFamily="34" charset="-120"/>
              </a:rPr>
              <a:t>Migrate from tkinter to a browser frontend (React/Electron) for cross-platform deployment without a local Python install.</a:t>
            </a:r>
            <a:endParaRPr lang="en-US" sz="1400" dirty="0">
              <a:solidFill>
                <a:prstClr val="black"/>
              </a:solidFill>
              <a:latin typeface="Calibri" panose="020F0502020204030204"/>
            </a:endParaRPr>
          </a:p>
        </p:txBody>
      </p:sp>
      <p:sp>
        <p:nvSpPr>
          <p:cNvPr id="10" name="Shape 8"/>
          <p:cNvSpPr/>
          <p:nvPr/>
        </p:nvSpPr>
        <p:spPr>
          <a:xfrm>
            <a:off x="426720" y="2267712"/>
            <a:ext cx="999744" cy="512064"/>
          </a:xfrm>
          <a:prstGeom prst="rect">
            <a:avLst/>
          </a:prstGeom>
          <a:solidFill>
            <a:srgbClr val="6C5CE7"/>
          </a:solidFill>
          <a:ln w="12700">
            <a:solidFill>
              <a:srgbClr val="6C5CE7"/>
            </a:solidFill>
            <a:prstDash val="solid"/>
          </a:ln>
        </p:spPr>
      </p:sp>
      <p:sp>
        <p:nvSpPr>
          <p:cNvPr id="11" name="Text 9"/>
          <p:cNvSpPr/>
          <p:nvPr/>
        </p:nvSpPr>
        <p:spPr>
          <a:xfrm>
            <a:off x="426720" y="2267712"/>
            <a:ext cx="999744" cy="512064"/>
          </a:xfrm>
          <a:prstGeom prst="rect">
            <a:avLst/>
          </a:prstGeom>
          <a:noFill/>
          <a:ln/>
        </p:spPr>
        <p:txBody>
          <a:bodyPr wrap="square" lIns="0" tIns="0" rIns="0" bIns="0" rtlCol="0" anchor="ctr"/>
          <a:lstStyle/>
          <a:p>
            <a:pPr algn="ctr" defTabSz="1219170"/>
            <a:r>
              <a:rPr lang="en-US" sz="1200" b="1" dirty="0">
                <a:solidFill>
                  <a:srgbClr val="FFFFFF"/>
                </a:solidFill>
                <a:latin typeface="Calibri" pitchFamily="34" charset="0"/>
                <a:ea typeface="Calibri" pitchFamily="34" charset="-122"/>
                <a:cs typeface="Calibri" pitchFamily="34" charset="-120"/>
              </a:rPr>
              <a:t>v2.1</a:t>
            </a:r>
            <a:endParaRPr lang="en-US" sz="1200" dirty="0">
              <a:solidFill>
                <a:prstClr val="black"/>
              </a:solidFill>
              <a:latin typeface="Calibri" panose="020F0502020204030204"/>
            </a:endParaRPr>
          </a:p>
        </p:txBody>
      </p:sp>
      <p:sp>
        <p:nvSpPr>
          <p:cNvPr id="12" name="Shape 10"/>
          <p:cNvSpPr/>
          <p:nvPr/>
        </p:nvSpPr>
        <p:spPr>
          <a:xfrm>
            <a:off x="1609344" y="2157984"/>
            <a:ext cx="10216896"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3" name="Shape 11"/>
          <p:cNvSpPr/>
          <p:nvPr/>
        </p:nvSpPr>
        <p:spPr>
          <a:xfrm>
            <a:off x="1609344" y="2157984"/>
            <a:ext cx="85344" cy="914400"/>
          </a:xfrm>
          <a:prstGeom prst="rect">
            <a:avLst/>
          </a:prstGeom>
          <a:solidFill>
            <a:srgbClr val="6C5CE7"/>
          </a:solidFill>
          <a:ln w="12700">
            <a:solidFill>
              <a:srgbClr val="6C5CE7"/>
            </a:solidFill>
            <a:prstDash val="solid"/>
          </a:ln>
        </p:spPr>
      </p:sp>
      <p:sp>
        <p:nvSpPr>
          <p:cNvPr id="14" name="Text 12"/>
          <p:cNvSpPr/>
          <p:nvPr/>
        </p:nvSpPr>
        <p:spPr>
          <a:xfrm>
            <a:off x="1853184" y="2218944"/>
            <a:ext cx="9631680" cy="365760"/>
          </a:xfrm>
          <a:prstGeom prst="rect">
            <a:avLst/>
          </a:prstGeom>
          <a:noFill/>
          <a:ln/>
        </p:spPr>
        <p:txBody>
          <a:bodyPr wrap="square" lIns="0" tIns="0" rIns="0" bIns="0" rtlCol="0" anchor="ctr"/>
          <a:lstStyle/>
          <a:p>
            <a:pPr defTabSz="1219170"/>
            <a:r>
              <a:rPr lang="en-US" sz="1600" b="1" dirty="0">
                <a:solidFill>
                  <a:srgbClr val="6C5CE7"/>
                </a:solidFill>
                <a:latin typeface="Calibri" pitchFamily="34" charset="0"/>
                <a:ea typeface="Calibri" pitchFamily="34" charset="-122"/>
                <a:cs typeface="Calibri" pitchFamily="34" charset="-120"/>
              </a:rPr>
              <a:t>Real-time Log Streaming</a:t>
            </a:r>
            <a:endParaRPr lang="en-US" sz="1600" dirty="0">
              <a:solidFill>
                <a:prstClr val="black"/>
              </a:solidFill>
              <a:latin typeface="Calibri" panose="020F0502020204030204"/>
            </a:endParaRPr>
          </a:p>
        </p:txBody>
      </p:sp>
      <p:sp>
        <p:nvSpPr>
          <p:cNvPr id="15" name="Text 13"/>
          <p:cNvSpPr/>
          <p:nvPr/>
        </p:nvSpPr>
        <p:spPr>
          <a:xfrm>
            <a:off x="1853184" y="2596896"/>
            <a:ext cx="9631680" cy="438912"/>
          </a:xfrm>
          <a:prstGeom prst="rect">
            <a:avLst/>
          </a:prstGeom>
          <a:noFill/>
          <a:ln/>
        </p:spPr>
        <p:txBody>
          <a:bodyPr wrap="square" lIns="0" tIns="0" rIns="0" bIns="0" rtlCol="0" anchor="t"/>
          <a:lstStyle/>
          <a:p>
            <a:pPr defTabSz="1219170"/>
            <a:r>
              <a:rPr lang="en-US" sz="1400" dirty="0">
                <a:solidFill>
                  <a:srgbClr val="1A2445"/>
                </a:solidFill>
                <a:latin typeface="Calibri" pitchFamily="34" charset="0"/>
                <a:ea typeface="Calibri" pitchFamily="34" charset="-122"/>
                <a:cs typeface="Calibri" pitchFamily="34" charset="-120"/>
              </a:rPr>
              <a:t>WebSocket or file-watch integration to tail live logs and update the tree and time chart in real time as lines arrive.</a:t>
            </a:r>
            <a:endParaRPr lang="en-US" sz="1400" dirty="0">
              <a:solidFill>
                <a:prstClr val="black"/>
              </a:solidFill>
              <a:latin typeface="Calibri" panose="020F0502020204030204"/>
            </a:endParaRPr>
          </a:p>
        </p:txBody>
      </p:sp>
      <p:sp>
        <p:nvSpPr>
          <p:cNvPr id="16" name="Shape 14"/>
          <p:cNvSpPr/>
          <p:nvPr/>
        </p:nvSpPr>
        <p:spPr>
          <a:xfrm>
            <a:off x="426720" y="3389376"/>
            <a:ext cx="999744" cy="512064"/>
          </a:xfrm>
          <a:prstGeom prst="rect">
            <a:avLst/>
          </a:prstGeom>
          <a:solidFill>
            <a:srgbClr val="E8B84B"/>
          </a:solidFill>
          <a:ln w="12700">
            <a:solidFill>
              <a:srgbClr val="E8B84B"/>
            </a:solidFill>
            <a:prstDash val="solid"/>
          </a:ln>
        </p:spPr>
      </p:sp>
      <p:sp>
        <p:nvSpPr>
          <p:cNvPr id="17" name="Text 15"/>
          <p:cNvSpPr/>
          <p:nvPr/>
        </p:nvSpPr>
        <p:spPr>
          <a:xfrm>
            <a:off x="426720" y="3389376"/>
            <a:ext cx="999744" cy="512064"/>
          </a:xfrm>
          <a:prstGeom prst="rect">
            <a:avLst/>
          </a:prstGeom>
          <a:noFill/>
          <a:ln/>
        </p:spPr>
        <p:txBody>
          <a:bodyPr wrap="square" lIns="0" tIns="0" rIns="0" bIns="0" rtlCol="0" anchor="ctr"/>
          <a:lstStyle/>
          <a:p>
            <a:pPr algn="ctr" defTabSz="1219170"/>
            <a:r>
              <a:rPr lang="en-US" sz="1200" b="1" dirty="0">
                <a:solidFill>
                  <a:srgbClr val="FFFFFF"/>
                </a:solidFill>
                <a:latin typeface="Calibri" pitchFamily="34" charset="0"/>
                <a:ea typeface="Calibri" pitchFamily="34" charset="-122"/>
                <a:cs typeface="Calibri" pitchFamily="34" charset="-120"/>
              </a:rPr>
              <a:t>v2.2</a:t>
            </a:r>
            <a:endParaRPr lang="en-US" sz="1200" dirty="0">
              <a:solidFill>
                <a:prstClr val="black"/>
              </a:solidFill>
              <a:latin typeface="Calibri" panose="020F0502020204030204"/>
            </a:endParaRPr>
          </a:p>
        </p:txBody>
      </p:sp>
      <p:sp>
        <p:nvSpPr>
          <p:cNvPr id="18" name="Shape 16"/>
          <p:cNvSpPr/>
          <p:nvPr/>
        </p:nvSpPr>
        <p:spPr>
          <a:xfrm>
            <a:off x="1609344" y="3279648"/>
            <a:ext cx="10216896"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19" name="Shape 17"/>
          <p:cNvSpPr/>
          <p:nvPr/>
        </p:nvSpPr>
        <p:spPr>
          <a:xfrm>
            <a:off x="1609344" y="3279648"/>
            <a:ext cx="85344" cy="914400"/>
          </a:xfrm>
          <a:prstGeom prst="rect">
            <a:avLst/>
          </a:prstGeom>
          <a:solidFill>
            <a:srgbClr val="E8B84B"/>
          </a:solidFill>
          <a:ln w="12700">
            <a:solidFill>
              <a:srgbClr val="E8B84B"/>
            </a:solidFill>
            <a:prstDash val="solid"/>
          </a:ln>
        </p:spPr>
      </p:sp>
      <p:sp>
        <p:nvSpPr>
          <p:cNvPr id="20" name="Text 18"/>
          <p:cNvSpPr/>
          <p:nvPr/>
        </p:nvSpPr>
        <p:spPr>
          <a:xfrm>
            <a:off x="1853184" y="3340608"/>
            <a:ext cx="9631680" cy="365760"/>
          </a:xfrm>
          <a:prstGeom prst="rect">
            <a:avLst/>
          </a:prstGeom>
          <a:noFill/>
          <a:ln/>
        </p:spPr>
        <p:txBody>
          <a:bodyPr wrap="square" lIns="0" tIns="0" rIns="0" bIns="0" rtlCol="0" anchor="ctr"/>
          <a:lstStyle/>
          <a:p>
            <a:pPr defTabSz="1219170"/>
            <a:r>
              <a:rPr lang="en-US" sz="1600" b="1" dirty="0">
                <a:solidFill>
                  <a:srgbClr val="E8B84B"/>
                </a:solidFill>
                <a:latin typeface="Calibri" pitchFamily="34" charset="0"/>
                <a:ea typeface="Calibri" pitchFamily="34" charset="-122"/>
                <a:cs typeface="Calibri" pitchFamily="34" charset="-120"/>
              </a:rPr>
              <a:t>Anomaly Detection Model</a:t>
            </a:r>
            <a:endParaRPr lang="en-US" sz="1600" dirty="0">
              <a:solidFill>
                <a:prstClr val="black"/>
              </a:solidFill>
              <a:latin typeface="Calibri" panose="020F0502020204030204"/>
            </a:endParaRPr>
          </a:p>
        </p:txBody>
      </p:sp>
      <p:sp>
        <p:nvSpPr>
          <p:cNvPr id="21" name="Text 19"/>
          <p:cNvSpPr/>
          <p:nvPr/>
        </p:nvSpPr>
        <p:spPr>
          <a:xfrm>
            <a:off x="1853184" y="3718560"/>
            <a:ext cx="9631680" cy="438912"/>
          </a:xfrm>
          <a:prstGeom prst="rect">
            <a:avLst/>
          </a:prstGeom>
          <a:noFill/>
          <a:ln/>
        </p:spPr>
        <p:txBody>
          <a:bodyPr wrap="square" lIns="0" tIns="0" rIns="0" bIns="0" rtlCol="0" anchor="t"/>
          <a:lstStyle/>
          <a:p>
            <a:pPr defTabSz="1219170"/>
            <a:r>
              <a:rPr lang="en-US" sz="1400" dirty="0">
                <a:solidFill>
                  <a:srgbClr val="1A2445"/>
                </a:solidFill>
                <a:latin typeface="Calibri" pitchFamily="34" charset="0"/>
                <a:ea typeface="Calibri" pitchFamily="34" charset="-122"/>
                <a:cs typeface="Calibri" pitchFamily="34" charset="-120"/>
              </a:rPr>
              <a:t>Train a lightweight classification model on historical logs to automatically flag unusual patterns before the engineer even runs a search.</a:t>
            </a:r>
            <a:endParaRPr lang="en-US" sz="1400" dirty="0">
              <a:solidFill>
                <a:prstClr val="black"/>
              </a:solidFill>
              <a:latin typeface="Calibri" panose="020F0502020204030204"/>
            </a:endParaRPr>
          </a:p>
        </p:txBody>
      </p:sp>
      <p:sp>
        <p:nvSpPr>
          <p:cNvPr id="22" name="Shape 20"/>
          <p:cNvSpPr/>
          <p:nvPr/>
        </p:nvSpPr>
        <p:spPr>
          <a:xfrm>
            <a:off x="426720" y="4511040"/>
            <a:ext cx="999744" cy="512064"/>
          </a:xfrm>
          <a:prstGeom prst="rect">
            <a:avLst/>
          </a:prstGeom>
          <a:solidFill>
            <a:srgbClr val="E05252"/>
          </a:solidFill>
          <a:ln w="12700">
            <a:solidFill>
              <a:srgbClr val="E05252"/>
            </a:solidFill>
            <a:prstDash val="solid"/>
          </a:ln>
        </p:spPr>
      </p:sp>
      <p:sp>
        <p:nvSpPr>
          <p:cNvPr id="23" name="Text 21"/>
          <p:cNvSpPr/>
          <p:nvPr/>
        </p:nvSpPr>
        <p:spPr>
          <a:xfrm>
            <a:off x="426720" y="4511040"/>
            <a:ext cx="999744" cy="512064"/>
          </a:xfrm>
          <a:prstGeom prst="rect">
            <a:avLst/>
          </a:prstGeom>
          <a:noFill/>
          <a:ln/>
        </p:spPr>
        <p:txBody>
          <a:bodyPr wrap="square" lIns="0" tIns="0" rIns="0" bIns="0" rtlCol="0" anchor="ctr"/>
          <a:lstStyle/>
          <a:p>
            <a:pPr algn="ctr" defTabSz="1219170"/>
            <a:r>
              <a:rPr lang="en-US" sz="1200" b="1" dirty="0">
                <a:solidFill>
                  <a:srgbClr val="FFFFFF"/>
                </a:solidFill>
                <a:latin typeface="Calibri" pitchFamily="34" charset="0"/>
                <a:ea typeface="Calibri" pitchFamily="34" charset="-122"/>
                <a:cs typeface="Calibri" pitchFamily="34" charset="-120"/>
              </a:rPr>
              <a:t>v2.3</a:t>
            </a:r>
            <a:endParaRPr lang="en-US" sz="1200" dirty="0">
              <a:solidFill>
                <a:prstClr val="black"/>
              </a:solidFill>
              <a:latin typeface="Calibri" panose="020F0502020204030204"/>
            </a:endParaRPr>
          </a:p>
        </p:txBody>
      </p:sp>
      <p:sp>
        <p:nvSpPr>
          <p:cNvPr id="24" name="Shape 22"/>
          <p:cNvSpPr/>
          <p:nvPr/>
        </p:nvSpPr>
        <p:spPr>
          <a:xfrm>
            <a:off x="1609344" y="4401312"/>
            <a:ext cx="10216896"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25" name="Shape 23"/>
          <p:cNvSpPr/>
          <p:nvPr/>
        </p:nvSpPr>
        <p:spPr>
          <a:xfrm>
            <a:off x="1609344" y="4401312"/>
            <a:ext cx="85344" cy="914400"/>
          </a:xfrm>
          <a:prstGeom prst="rect">
            <a:avLst/>
          </a:prstGeom>
          <a:solidFill>
            <a:srgbClr val="E05252"/>
          </a:solidFill>
          <a:ln w="12700">
            <a:solidFill>
              <a:srgbClr val="E05252"/>
            </a:solidFill>
            <a:prstDash val="solid"/>
          </a:ln>
        </p:spPr>
      </p:sp>
      <p:sp>
        <p:nvSpPr>
          <p:cNvPr id="26" name="Text 24"/>
          <p:cNvSpPr/>
          <p:nvPr/>
        </p:nvSpPr>
        <p:spPr>
          <a:xfrm>
            <a:off x="1853184" y="4462272"/>
            <a:ext cx="9631680" cy="365760"/>
          </a:xfrm>
          <a:prstGeom prst="rect">
            <a:avLst/>
          </a:prstGeom>
          <a:noFill/>
          <a:ln/>
        </p:spPr>
        <p:txBody>
          <a:bodyPr wrap="square" lIns="0" tIns="0" rIns="0" bIns="0" rtlCol="0" anchor="ctr"/>
          <a:lstStyle/>
          <a:p>
            <a:pPr defTabSz="1219170"/>
            <a:r>
              <a:rPr lang="en-US" sz="1600" b="1" dirty="0">
                <a:solidFill>
                  <a:srgbClr val="E05252"/>
                </a:solidFill>
                <a:latin typeface="Calibri" pitchFamily="34" charset="0"/>
                <a:ea typeface="Calibri" pitchFamily="34" charset="-122"/>
                <a:cs typeface="Calibri" pitchFamily="34" charset="-120"/>
              </a:rPr>
              <a:t>Plugin Architecture</a:t>
            </a:r>
            <a:endParaRPr lang="en-US" sz="1600" dirty="0">
              <a:solidFill>
                <a:prstClr val="black"/>
              </a:solidFill>
              <a:latin typeface="Calibri" panose="020F0502020204030204"/>
            </a:endParaRPr>
          </a:p>
        </p:txBody>
      </p:sp>
      <p:sp>
        <p:nvSpPr>
          <p:cNvPr id="27" name="Text 25"/>
          <p:cNvSpPr/>
          <p:nvPr/>
        </p:nvSpPr>
        <p:spPr>
          <a:xfrm>
            <a:off x="1853184" y="4840224"/>
            <a:ext cx="9631680" cy="438912"/>
          </a:xfrm>
          <a:prstGeom prst="rect">
            <a:avLst/>
          </a:prstGeom>
          <a:noFill/>
          <a:ln/>
        </p:spPr>
        <p:txBody>
          <a:bodyPr wrap="square" lIns="0" tIns="0" rIns="0" bIns="0" rtlCol="0" anchor="t"/>
          <a:lstStyle/>
          <a:p>
            <a:pPr defTabSz="1219170"/>
            <a:r>
              <a:rPr lang="en-US" sz="1400" dirty="0">
                <a:solidFill>
                  <a:srgbClr val="1A2445"/>
                </a:solidFill>
                <a:latin typeface="Calibri" pitchFamily="34" charset="0"/>
                <a:ea typeface="Calibri" pitchFamily="34" charset="-122"/>
                <a:cs typeface="Calibri" pitchFamily="34" charset="-120"/>
              </a:rPr>
              <a:t>Allow teams to add custom log parsers for non-standard formats without modifying the core application.</a:t>
            </a:r>
            <a:endParaRPr lang="en-US" sz="1400" dirty="0">
              <a:solidFill>
                <a:prstClr val="black"/>
              </a:solidFill>
              <a:latin typeface="Calibri" panose="020F0502020204030204"/>
            </a:endParaRPr>
          </a:p>
        </p:txBody>
      </p:sp>
      <p:sp>
        <p:nvSpPr>
          <p:cNvPr id="28" name="Shape 26"/>
          <p:cNvSpPr/>
          <p:nvPr/>
        </p:nvSpPr>
        <p:spPr>
          <a:xfrm>
            <a:off x="426720" y="5632704"/>
            <a:ext cx="999744" cy="512064"/>
          </a:xfrm>
          <a:prstGeom prst="rect">
            <a:avLst/>
          </a:prstGeom>
          <a:solidFill>
            <a:srgbClr val="1A2445"/>
          </a:solidFill>
          <a:ln w="12700">
            <a:solidFill>
              <a:srgbClr val="1A2445"/>
            </a:solidFill>
            <a:prstDash val="solid"/>
          </a:ln>
        </p:spPr>
      </p:sp>
      <p:sp>
        <p:nvSpPr>
          <p:cNvPr id="29" name="Text 27"/>
          <p:cNvSpPr/>
          <p:nvPr/>
        </p:nvSpPr>
        <p:spPr>
          <a:xfrm>
            <a:off x="426720" y="5632704"/>
            <a:ext cx="999744" cy="512064"/>
          </a:xfrm>
          <a:prstGeom prst="rect">
            <a:avLst/>
          </a:prstGeom>
          <a:noFill/>
          <a:ln/>
        </p:spPr>
        <p:txBody>
          <a:bodyPr wrap="square" lIns="0" tIns="0" rIns="0" bIns="0" rtlCol="0" anchor="ctr"/>
          <a:lstStyle/>
          <a:p>
            <a:pPr algn="ctr" defTabSz="1219170"/>
            <a:r>
              <a:rPr lang="en-US" sz="1200" b="1" dirty="0">
                <a:solidFill>
                  <a:srgbClr val="FFFFFF"/>
                </a:solidFill>
                <a:latin typeface="Calibri" pitchFamily="34" charset="0"/>
                <a:ea typeface="Calibri" pitchFamily="34" charset="-122"/>
                <a:cs typeface="Calibri" pitchFamily="34" charset="-120"/>
              </a:rPr>
              <a:t>v3.0</a:t>
            </a:r>
            <a:endParaRPr lang="en-US" sz="1200" dirty="0">
              <a:solidFill>
                <a:prstClr val="black"/>
              </a:solidFill>
              <a:latin typeface="Calibri" panose="020F0502020204030204"/>
            </a:endParaRPr>
          </a:p>
        </p:txBody>
      </p:sp>
      <p:sp>
        <p:nvSpPr>
          <p:cNvPr id="30" name="Shape 28"/>
          <p:cNvSpPr/>
          <p:nvPr/>
        </p:nvSpPr>
        <p:spPr>
          <a:xfrm>
            <a:off x="1609344" y="5522976"/>
            <a:ext cx="10216896" cy="91440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sp>
      <p:sp>
        <p:nvSpPr>
          <p:cNvPr id="31" name="Shape 29"/>
          <p:cNvSpPr/>
          <p:nvPr/>
        </p:nvSpPr>
        <p:spPr>
          <a:xfrm>
            <a:off x="1609344" y="5522976"/>
            <a:ext cx="85344" cy="914400"/>
          </a:xfrm>
          <a:prstGeom prst="rect">
            <a:avLst/>
          </a:prstGeom>
          <a:solidFill>
            <a:srgbClr val="1A2445"/>
          </a:solidFill>
          <a:ln w="12700">
            <a:solidFill>
              <a:srgbClr val="1A2445"/>
            </a:solidFill>
            <a:prstDash val="solid"/>
          </a:ln>
        </p:spPr>
      </p:sp>
      <p:sp>
        <p:nvSpPr>
          <p:cNvPr id="32" name="Text 30"/>
          <p:cNvSpPr/>
          <p:nvPr/>
        </p:nvSpPr>
        <p:spPr>
          <a:xfrm>
            <a:off x="1853184" y="5583936"/>
            <a:ext cx="9631680" cy="365760"/>
          </a:xfrm>
          <a:prstGeom prst="rect">
            <a:avLst/>
          </a:prstGeom>
          <a:noFill/>
          <a:ln/>
        </p:spPr>
        <p:txBody>
          <a:bodyPr wrap="square" lIns="0" tIns="0" rIns="0" bIns="0" rtlCol="0" anchor="ctr"/>
          <a:lstStyle/>
          <a:p>
            <a:pPr defTabSz="1219170"/>
            <a:r>
              <a:rPr lang="en-US" sz="1600" b="1" dirty="0">
                <a:solidFill>
                  <a:srgbClr val="1A2445"/>
                </a:solidFill>
                <a:latin typeface="Calibri" pitchFamily="34" charset="0"/>
                <a:ea typeface="Calibri" pitchFamily="34" charset="-122"/>
                <a:cs typeface="Calibri" pitchFamily="34" charset="-120"/>
              </a:rPr>
              <a:t>Collaborative Annotations</a:t>
            </a:r>
            <a:endParaRPr lang="en-US" sz="1600" dirty="0">
              <a:solidFill>
                <a:prstClr val="black"/>
              </a:solidFill>
              <a:latin typeface="Calibri" panose="020F0502020204030204"/>
            </a:endParaRPr>
          </a:p>
        </p:txBody>
      </p:sp>
      <p:sp>
        <p:nvSpPr>
          <p:cNvPr id="33" name="Text 31"/>
          <p:cNvSpPr/>
          <p:nvPr/>
        </p:nvSpPr>
        <p:spPr>
          <a:xfrm>
            <a:off x="1853184" y="5961888"/>
            <a:ext cx="9631680" cy="438912"/>
          </a:xfrm>
          <a:prstGeom prst="rect">
            <a:avLst/>
          </a:prstGeom>
          <a:noFill/>
          <a:ln/>
        </p:spPr>
        <p:txBody>
          <a:bodyPr wrap="square" lIns="0" tIns="0" rIns="0" bIns="0" rtlCol="0" anchor="t"/>
          <a:lstStyle/>
          <a:p>
            <a:pPr defTabSz="1219170"/>
            <a:r>
              <a:rPr lang="en-US" sz="1400" dirty="0">
                <a:solidFill>
                  <a:srgbClr val="1A2445"/>
                </a:solidFill>
                <a:latin typeface="Calibri" pitchFamily="34" charset="0"/>
                <a:ea typeface="Calibri" pitchFamily="34" charset="-122"/>
                <a:cs typeface="Calibri" pitchFamily="34" charset="-120"/>
              </a:rPr>
              <a:t>Enable multiple engineers to annotate log lines and share findings via a shared backend — turning the tool into a team debugging platform.</a:t>
            </a:r>
            <a:endParaRPr lang="en-US" sz="1400" dirty="0">
              <a:solidFill>
                <a:prstClr val="black"/>
              </a:solidFill>
              <a:latin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2" name="Title">
            <a:extLst>
              <a:ext uri="{FF2B5EF4-FFF2-40B4-BE49-F238E27FC236}">
                <a16:creationId xmlns:a16="http://schemas.microsoft.com/office/drawing/2014/main" id="{EF7BA6B8-2D49-49EE-AA38-401584ACB3E0}"/>
              </a:ext>
            </a:extLst>
          </p:cNvPr>
          <p:cNvSpPr>
            <a:spLocks noGrp="1"/>
          </p:cNvSpPr>
          <p:nvPr>
            <p:ph type="title"/>
          </p:nvPr>
        </p:nvSpPr>
        <p:spPr>
          <a:xfrm>
            <a:off x="6194716" y="739978"/>
            <a:ext cx="5334930" cy="3004145"/>
          </a:xfrm>
        </p:spPr>
        <p:txBody>
          <a:bodyPr vert="horz" lIns="91440" tIns="45720" rIns="91440" bIns="45720" rtlCol="0" anchor="b">
            <a:normAutofit/>
          </a:bodyPr>
          <a:lstStyle/>
          <a:p>
            <a:pPr algn="ctr"/>
            <a:r>
              <a:rPr lang="en-US" sz="6000"/>
              <a:t>Thank You!</a:t>
            </a:r>
          </a:p>
        </p:txBody>
      </p:sp>
      <p:sp>
        <p:nvSpPr>
          <p:cNvPr id="22" name="Freeform: Shape 18">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1" name="Freeform: Shape 20">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3" name="Freeform: Shape 22">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5" name="Freeform: Shape 24">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7" name="Freeform: Shape 26">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4" name="Slide Number Placeholder">
            <a:extLst>
              <a:ext uri="{FF2B5EF4-FFF2-40B4-BE49-F238E27FC236}">
                <a16:creationId xmlns:a16="http://schemas.microsoft.com/office/drawing/2014/main" id="{DEC03887-CC62-463B-9CCE-729F072DFB79}"/>
              </a:ext>
            </a:extLst>
          </p:cNvPr>
          <p:cNvSpPr>
            <a:spLocks noGrp="1"/>
          </p:cNvSpPr>
          <p:nvPr>
            <p:ph type="sldNum" sz="quarter" idx="11"/>
          </p:nvPr>
        </p:nvSpPr>
        <p:spPr>
          <a:xfrm>
            <a:off x="530529" y="6356350"/>
            <a:ext cx="1054989" cy="365125"/>
          </a:xfr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Page </a:t>
            </a:r>
            <a:fld id="{15EBE321-CBB1-4E91-BD14-37C8D44326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3" name="Footer Placeholder 2">
            <a:extLst>
              <a:ext uri="{FF2B5EF4-FFF2-40B4-BE49-F238E27FC236}">
                <a16:creationId xmlns:a16="http://schemas.microsoft.com/office/drawing/2014/main" id="{2E618DF9-7F38-4792-837E-8FA356EF47C4}"/>
              </a:ext>
            </a:extLst>
          </p:cNvPr>
          <p:cNvSpPr>
            <a:spLocks noGrp="1"/>
          </p:cNvSpPr>
          <p:nvPr>
            <p:ph type="ftr" sz="quarter" idx="10"/>
          </p:nvPr>
        </p:nvSpPr>
        <p:spPr>
          <a:xfrm>
            <a:off x="6194716" y="6356350"/>
            <a:ext cx="7762851" cy="54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Arial"/>
                <a:ea typeface="+mn-ea"/>
                <a:cs typeface="+mn-cs"/>
              </a:rPr>
              <a:t>Restricted | © Siemens 2024 | Siemens Digital Industries Software</a:t>
            </a:r>
          </a:p>
        </p:txBody>
      </p:sp>
    </p:spTree>
    <p:extLst>
      <p:ext uri="{BB962C8B-B14F-4D97-AF65-F5344CB8AC3E}">
        <p14:creationId xmlns:p14="http://schemas.microsoft.com/office/powerpoint/2010/main" val="3044083358"/>
      </p:ext>
    </p:extLst>
  </p:cSld>
  <p:clrMapOvr>
    <a:masterClrMapping/>
  </p:clrMapOvr>
</p:sld>
</file>

<file path=ppt/theme/theme1.xml><?xml version="1.0" encoding="utf-8"?>
<a:theme xmlns:a="http://schemas.openxmlformats.org/drawingml/2006/main" name="Siemens 2020">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Siemens Petrol | 0 153 153">
      <a:srgbClr val="009999"/>
    </a:custClr>
    <a:custClr name="No color">
      <a:srgbClr val="FFFFFF"/>
    </a:custClr>
    <a:custClr name="Dark Blue | 0 85 124">
      <a:srgbClr val="00557C"/>
    </a:custClr>
    <a:custClr name="Dark Green | 0 100 110">
      <a:srgbClr val="00646E"/>
    </a:custClr>
    <a:custClr name="Dark Sand | 170 170 150">
      <a:srgbClr val="AAAA96"/>
    </a:custClr>
    <a:custClr name="Deep Blue | 0 0 40">
      <a:srgbClr val="000028"/>
    </a:custClr>
    <a:custClr name="Deep Blue 40% (Gray) | 153 153 169">
      <a:srgbClr val="9999A9"/>
    </a:custClr>
    <a:custClr name="Dark Purple | 80 0 120">
      <a:srgbClr val="500078"/>
    </a:custClr>
    <a:custClr name="Dark Orange | 236 102 2">
      <a:srgbClr val="EC6602"/>
    </a:custClr>
    <a:custClr name="Red | 239 1 55">
      <a:srgbClr val="EF0137"/>
    </a:custClr>
    <a:custClr name="Deep Blue | 0 0 40">
      <a:srgbClr val="000028"/>
    </a:custClr>
    <a:custClr name="No color">
      <a:srgbClr val="FFFFFF"/>
    </a:custClr>
    <a:custClr name="Blue | 0 135 190">
      <a:srgbClr val="0087BE"/>
    </a:custClr>
    <a:custClr name="Green | 0 175 142">
      <a:srgbClr val="00AF8E"/>
    </a:custClr>
    <a:custClr name="Soft Sand | 197 197 184">
      <a:srgbClr val="C5C5B8"/>
    </a:custClr>
    <a:custClr name="Deep Blue 80% | 51 51 83">
      <a:srgbClr val="333353"/>
    </a:custClr>
    <a:custClr name="Deep Blue 20% (Soft Gray) | 204 204 212">
      <a:srgbClr val="CCCCD4"/>
    </a:custClr>
    <a:custClr name="Purple | 170 50 190">
      <a:srgbClr val="AA32BE"/>
    </a:custClr>
    <a:custClr name="Orange | 255 144 0">
      <a:srgbClr val="FF9000"/>
    </a:custClr>
    <a:custClr name="Soft Red | 254 131 137">
      <a:srgbClr val="FE8389"/>
    </a:custClr>
    <a:custClr name="Light Sand | 243 243 240">
      <a:srgbClr val="F3F3F0"/>
    </a:custClr>
    <a:custClr name="No color">
      <a:srgbClr val="FFFFFF"/>
    </a:custClr>
    <a:custClr name="Soft Blue | 0 190 220">
      <a:srgbClr val="00BEDC"/>
    </a:custClr>
    <a:custClr name="Soft Green | 0 215 160">
      <a:srgbClr val="00D7A0"/>
    </a:custClr>
    <a:custClr name="Bright Sand | 223 223 217">
      <a:srgbClr val="DFDFD9"/>
    </a:custClr>
    <a:custClr name="Deep Blue 60% (Dark Gray) | 102 102 126">
      <a:srgbClr val="66667E"/>
    </a:custClr>
    <a:custClr name="Deep Blue 10% (Light Gray) | 229 229 233">
      <a:srgbClr val="E5E5E9"/>
    </a:custClr>
    <a:custClr name="Yellow | 255 215 50">
      <a:srgbClr val="FFD732"/>
    </a:custClr>
    <a:custClr name="Bold Green">
      <a:srgbClr val="00FFB9"/>
    </a:custClr>
    <a:custClr name="Bold Blue">
      <a:srgbClr val="00E6DC"/>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519</TotalTime>
  <Words>2820</Words>
  <Application>Microsoft Office PowerPoint</Application>
  <PresentationFormat>Widescreen</PresentationFormat>
  <Paragraphs>359</Paragraphs>
  <Slides>26</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-apple-system</vt:lpstr>
      <vt:lpstr>Arial</vt:lpstr>
      <vt:lpstr>Calibri</vt:lpstr>
      <vt:lpstr>Consolas</vt:lpstr>
      <vt:lpstr>Segoe UI</vt:lpstr>
      <vt:lpstr>Siemens 2020</vt:lpstr>
      <vt:lpstr>Office Theme</vt:lpstr>
      <vt:lpstr>ChatBot &amp; Log Parser</vt:lpstr>
      <vt:lpstr>Context </vt:lpstr>
      <vt:lpstr>Architecture</vt:lpstr>
      <vt:lpstr>PowerPoint Presentation</vt:lpstr>
      <vt:lpstr>AI ChatBot</vt:lpstr>
      <vt:lpstr>How It Works</vt:lpstr>
      <vt:lpstr>Chunking with Unstructured</vt:lpstr>
      <vt:lpstr>PDF Example</vt:lpstr>
      <vt:lpstr>Strategy: «By Title»</vt:lpstr>
      <vt:lpstr>Embedding</vt:lpstr>
      <vt:lpstr>Faiss</vt:lpstr>
      <vt:lpstr>LLM</vt:lpstr>
      <vt:lpstr>How It Works</vt:lpstr>
      <vt:lpstr>Test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Siemens Digital Industries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Toshkezi, Ergi (ext) (DI SW GS&amp;CS GCSS MOM MES EMEA CRE)</dc:creator>
  <cp:lastModifiedBy>Toshkezi, Ergi (ext) (DI SW GS&amp;CS GCS DMF CSPT MES&amp;IH CRE)</cp:lastModifiedBy>
  <cp:revision>16</cp:revision>
  <dcterms:created xsi:type="dcterms:W3CDTF">2024-12-09T13:40:07Z</dcterms:created>
  <dcterms:modified xsi:type="dcterms:W3CDTF">2026-03-11T20:46:53Z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d258917-277f-42cd-a3cd-14c4e9ee58bc_Enabled">
    <vt:lpwstr>true</vt:lpwstr>
  </property>
  <property fmtid="{D5CDD505-2E9C-101B-9397-08002B2CF9AE}" pid="3" name="MSIP_Label_9d258917-277f-42cd-a3cd-14c4e9ee58bc_SetDate">
    <vt:lpwstr>2024-12-09T13:40:07Z</vt:lpwstr>
  </property>
  <property fmtid="{D5CDD505-2E9C-101B-9397-08002B2CF9AE}" pid="4" name="MSIP_Label_9d258917-277f-42cd-a3cd-14c4e9ee58bc_Method">
    <vt:lpwstr>Standard</vt:lpwstr>
  </property>
  <property fmtid="{D5CDD505-2E9C-101B-9397-08002B2CF9AE}" pid="5" name="MSIP_Label_9d258917-277f-42cd-a3cd-14c4e9ee58bc_Name">
    <vt:lpwstr>restricted</vt:lpwstr>
  </property>
  <property fmtid="{D5CDD505-2E9C-101B-9397-08002B2CF9AE}" pid="6" name="MSIP_Label_9d258917-277f-42cd-a3cd-14c4e9ee58bc_SiteId">
    <vt:lpwstr>38ae3bcd-9579-4fd4-adda-b42e1495d55a</vt:lpwstr>
  </property>
  <property fmtid="{D5CDD505-2E9C-101B-9397-08002B2CF9AE}" pid="7" name="MSIP_Label_9d258917-277f-42cd-a3cd-14c4e9ee58bc_ActionId">
    <vt:lpwstr>d2f50614-e26d-4d88-9559-33b331ec677d</vt:lpwstr>
  </property>
  <property fmtid="{D5CDD505-2E9C-101B-9397-08002B2CF9AE}" pid="8" name="MSIP_Label_9d258917-277f-42cd-a3cd-14c4e9ee58bc_ContentBits">
    <vt:lpwstr>0</vt:lpwstr>
  </property>
</Properties>
</file>